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9"/>
  </p:notesMasterIdLst>
  <p:sldIdLst>
    <p:sldId id="259" r:id="rId3"/>
    <p:sldId id="344" r:id="rId4"/>
    <p:sldId id="345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8" r:id="rId25"/>
    <p:sldId id="367" r:id="rId26"/>
    <p:sldId id="369" r:id="rId27"/>
    <p:sldId id="37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7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8C8A6-D98B-6843-B3EA-500612C8C9B9}" v="7" dt="2025-02-26T19:35:02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8"/>
    <p:restoredTop sz="94694"/>
  </p:normalViewPr>
  <p:slideViewPr>
    <p:cSldViewPr snapToGrid="0">
      <p:cViewPr varScale="1">
        <p:scale>
          <a:sx n="111" d="100"/>
          <a:sy n="111" d="100"/>
        </p:scale>
        <p:origin x="12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7A91A-2CB3-FC4F-9C54-688D0A12EF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CE79A-9B96-834B-9FB4-AAC907D80A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6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E581F7-09F7-4641-93B1-38D3E06F69F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116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8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2BCB-754F-37CF-6EF4-68450D1B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5B962-A3B4-7D67-55C9-BA79314EC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8A195-EC60-69CC-9428-7F27D3E34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B0B70-EFED-8434-D9A8-FEE66CA02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93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AF436-6B61-4C5C-CCCE-EC9956AD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5AB3F-2EF8-9425-097C-FFC0B7E40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B10C1-9FB1-39DC-F935-D4AC537D4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AE238-53C9-A72D-B8EE-2CEE70B20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98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9D68-8D4D-9346-5C56-657D368E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67F0B-B75B-0EFF-A40E-3443C1D99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4A0A9-B06B-9146-D83C-96AB93B98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B1379-61F1-B679-F689-FECB5AA89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94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04057-91E8-51CD-6E35-3BB13A36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8E22-F83A-97FE-262B-B101E31E8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DF37E-0C00-E51B-18DC-08CA30A10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12C8B-9DDF-3A6A-EEEA-6A9842150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5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B180-EF63-87F7-4F36-44BF12FC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93283-D374-5547-D173-E39B5D746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E6092-5B0A-44A3-37B3-BB584B85A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470CF-A741-BAA8-4F5C-63C42A964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47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397E-8C66-74DB-F35F-F6F0162E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AA76F-CB4C-D6E3-051A-A9BCD3530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37908-E8E4-7F02-4245-B9CBD65FD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B8372-CFEE-697F-4551-03BEC4A7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0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D7F7-5FB5-877F-C903-B4A935EF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F4052-CC40-9797-74D2-BC4823D43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A2406-F7EB-1F98-96C6-015841236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5A35B-C10B-DCB4-637C-4C74866BF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92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E50C-1A95-10C7-09F7-890F4E92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F3C38-EF40-2602-B7E1-F3FB4B971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7E861-04F9-20F7-9194-D7552B67F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53D58-4962-34A4-EACA-AA2D7A5AB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36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704C-25B2-74E3-0326-0C74FE2D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B443C-6FCF-F5FA-6F9B-C9339B9F4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3153D-F8F1-D876-5954-02100A2F4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5E45B-B580-D186-ECB3-941B6C9CD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61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A96C-1250-CE4F-86B6-370AAFE6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F76E2-2AF4-CF58-6D02-5FC3C3FDE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08026-17C1-3F87-E1DC-8B9CD15CA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1CE5-DCCA-B2C5-CE57-34FE06A77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78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24BA5-BFFD-A0F9-C2D0-C7AFF8CB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D86FA-093B-F9DE-353C-DEFE75F11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A5856-DF47-0965-06C3-5A93C669B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D0D3C-A10F-5EDA-05C8-163F8F704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72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CA2C-DAEC-7F5C-CBC1-E92CBCF7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16F25-F2FB-B081-9162-2AC797928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684D5-9A97-6063-DABF-7D1EBF383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91D9E-311E-C2AA-219A-EE76418E6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37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89DA-C0BA-7D89-DDC3-C998EF15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B24C1-0AE3-8FAB-A79A-492FADE39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82F17-BD30-88AB-7B03-39DAF513F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4E1BD-69C2-3242-9E84-2063F1EC6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56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EDC47-772C-9D65-3344-257B3D5D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CE549-93EE-3FB4-09BF-965C13D46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E0239-86FC-4C11-9F4B-8FBFC1EEC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D7D25-4930-0BE1-FCCA-5B63E5DA6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82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B16D-667C-6457-76CF-250E1735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C4A1C-EC27-7CE5-CC0E-A2FA14EE9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F6ED6-C30E-6C97-9882-8A2B9791B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5B93B-8A8F-8E50-CC14-C89390B9B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21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26DE3-8DAB-1A70-2987-1713475F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2A80F-381F-EA5A-6AF3-C519DD739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D64A0-AD56-1B5C-4348-FCA1AEA46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DA39B-3992-88B2-91CA-0675E66FA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83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7AC8-9380-2BF7-6D76-CF8428E0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7AFEC-4ECA-F694-A455-3ED5B9A27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EE686-C4F5-D87D-A33B-96A5B8A8A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DE67E-EF4E-8473-D7BF-6AF81C669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23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2538-F3A8-167F-7BA1-E13CAD6C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62C02-B789-2587-33E5-90F27A4E3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2470D-B2B9-3946-97A5-CF71B416E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8E974-79F6-B140-4B94-2B8122C9B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56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9AC2-A1D6-2581-6A59-313DE256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C46E7-C682-362B-CCD2-015A83B97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F6171-3B43-A160-8E58-FDCF92C7F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1049E-34B3-6102-6C7E-486A0A5AC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41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F44A-381A-EFCC-43DD-D7F930EF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9475D-2BE0-95D0-DA0B-DEE39F239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21FD9-55A0-B718-9425-6CED3EE75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9B623-9789-5071-F56E-03D7A3BDE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940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E1BEA-2784-A178-5F39-4B4D524B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2DC0D-8291-868A-D958-FD685014A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75C41-076E-E84B-3402-C2F95264B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C44F9-2FD6-6954-00AB-EFF5E728E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02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1191-CF55-05F4-31EB-441B9B12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B43C9-123E-C343-D688-7E6A1825D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3A38F-FD87-987A-BC4F-B6BE95F13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2408-FB69-4321-938F-260C3B1B9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02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C617-94A8-3332-3958-6D1EDFD8A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D1B9E-EAE3-3208-B060-3AFAB6301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D372D-061A-F62A-68EF-BD2C8556D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B3E6A-C59C-5F3B-08FD-6AE7678BF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765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C575-6CE2-AC70-74D3-1BBA8E4C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84E3B-FF6D-AD71-C8F8-452AA8B57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3E46E-ADE0-B62B-3C18-92485F04E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B7EED-B119-13A7-99E6-AF46314A0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CE79A-9B96-834B-9FB4-AAC907D80A1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4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A36EB746-07ED-4359-83DA-D092E86CE77E}"/>
              </a:ext>
            </a:extLst>
          </p:cNvPr>
          <p:cNvSpPr/>
          <p:nvPr/>
        </p:nvSpPr>
        <p:spPr>
          <a:xfrm>
            <a:off x="9001126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2CAFF70-1919-466A-8D1E-310BF8A1E995}"/>
              </a:ext>
            </a:extLst>
          </p:cNvPr>
          <p:cNvSpPr/>
          <p:nvPr/>
        </p:nvSpPr>
        <p:spPr>
          <a:xfrm>
            <a:off x="9001126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6CD1CBB-B772-4DA5-B11E-78FD417A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41873D-3F8F-4A18-A5BB-BB0AA73C92BF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A111484-9C02-4962-A685-C148BED2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5C7A46-A168-4C72-972C-DDAFC320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BD3B3C-4033-4B9C-945B-03563CCB3EA7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384400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BCC8C-4D73-41FD-9DC9-65FC8818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204F4F-CE25-4B7A-B773-3465978287DC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443D-34D0-4F91-8EF1-E8BB4FB4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ECE5-348C-40A8-AFA3-BFE3B19B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1A0F6-0200-4C23-8F1E-3E3727BEDF88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52326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2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6DD2-0D9D-4002-BEC0-5AE1BED1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48EACF-FF64-449E-84CB-C9F49A8B29CE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B6D0-BCBD-42BA-8DC1-0965F33A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D761-90E2-4D4E-9105-9CB11647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F3131-FD02-4137-B036-DB9A3E4F7A7D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091244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76A506-B364-482B-8887-7043F534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47F202-8E4F-4C99-A800-19D644075CF1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EF8526-08C6-4F62-8416-A1DD09BC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CAAB5B8-3AE8-4320-9414-EB922CF5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FEB57-ACE6-4CB6-87FA-DC5B274C1E8C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959336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A82B327-A092-4515-A9E6-194E6B4C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77AE96-7F2F-45FB-AE3F-5AF5FC107518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992F3E-BAC6-40BF-88D8-1F9DE72A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CFB61-13E2-4CDD-B7FD-D5E098D8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68283-B709-40FA-9ADC-47C9A1FF9EF9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281131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ADB758-6C0E-44BF-9795-C20C7E0A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AC4494-A63A-4A4F-B633-41460FED3935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6B994-2436-489B-903C-B6B68C98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E7B1E4-8643-4940-9517-CD89279F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797-4FB4-4B3F-9832-6B9506819A79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716645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35475B-6023-4F70-ACDF-31016B48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292E3C-5B0C-4E5B-94B9-57CE897DBB06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FEE7C6C-8DDC-41E4-ADA8-97DA0D39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DF309F-BB40-457B-938F-D43AA879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934A-88F3-4F79-9132-ED3BFFA4CC73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558457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AE678C8-C2F5-492F-B824-0F0436B4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352942-5E69-465A-86DB-BB73A5930BF1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BCA581-BCD0-448F-8C4F-15BED57B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D203AB-48AA-45DB-B2E5-B153463E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57199-2152-4DD7-9F55-4190AC49CDF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782467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11D2FA59-D578-4105-944A-8BF52914A703}"/>
              </a:ext>
            </a:extLst>
          </p:cNvPr>
          <p:cNvSpPr/>
          <p:nvPr/>
        </p:nvSpPr>
        <p:spPr>
          <a:xfrm>
            <a:off x="9001126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C5E658F-DB1E-4E81-A962-8E0622D98B47}"/>
              </a:ext>
            </a:extLst>
          </p:cNvPr>
          <p:cNvSpPr/>
          <p:nvPr/>
        </p:nvSpPr>
        <p:spPr>
          <a:xfrm>
            <a:off x="9001126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_tradnl" noProof="0"/>
              <a:t>Arrastre la imagen al marcador de posición o haga clic en el icono para agregar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30D110F-8C5C-4F12-ADFC-A3C5DD91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DB19EA-1DA4-4B71-8D2E-4A485B16DB26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1536193-97A6-4C4A-AD64-923BDF68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4AD7AFC-C4D4-48CC-8B3C-1311D633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8A8C99-E7C8-45E1-B8CA-06497BB196C7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181556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3BF5-439B-4050-B836-5904C378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68B8E0-B79E-4114-91CE-432CFE194447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C011-5486-4A45-B4EF-3479DCF1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B342-5B66-4829-A08F-CC802DFD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B7A75-CA81-45D4-8DC2-6D384E1A8B6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115884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4F3D1-1078-4EA1-83ED-37265F34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A29B8B-D319-4EE7-A672-FD15DE26441C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7631-DBC5-4666-8774-2079C306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D5F9-F10C-4B33-A9E1-D55481CA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A900D-A446-447F-871C-4C48544E9B5D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698373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A36EB746-07ED-4359-83DA-D092E86CE77E}"/>
              </a:ext>
            </a:extLst>
          </p:cNvPr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2CAFF70-1919-466A-8D1E-310BF8A1E995}"/>
              </a:ext>
            </a:extLst>
          </p:cNvPr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6CD1CBB-B772-4DA5-B11E-78FD417A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41873D-3F8F-4A18-A5BB-BB0AA73C92BF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A111484-9C02-4962-A685-C148BED2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5C7A46-A168-4C72-972C-DDAFC320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BD3B3C-4033-4B9C-945B-03563CCB3EA7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019770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BCC8C-4D73-41FD-9DC9-65FC8818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204F4F-CE25-4B7A-B773-3465978287DC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443D-34D0-4F91-8EF1-E8BB4FB4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ECE5-348C-40A8-AFA3-BFE3B19B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1A0F6-0200-4C23-8F1E-3E3727BEDF88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286115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6DD2-0D9D-4002-BEC0-5AE1BED1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48EACF-FF64-449E-84CB-C9F49A8B29CE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B6D0-BCBD-42BA-8DC1-0965F33A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D761-90E2-4D4E-9105-9CB11647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F3131-FD02-4137-B036-DB9A3E4F7A7D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749668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76A506-B364-482B-8887-7043F534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47F202-8E4F-4C99-A800-19D644075CF1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EF8526-08C6-4F62-8416-A1DD09BC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CAAB5B8-3AE8-4320-9414-EB922CF5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FEB57-ACE6-4CB6-87FA-DC5B274C1E8C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898109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A82B327-A092-4515-A9E6-194E6B4C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77AE96-7F2F-45FB-AE3F-5AF5FC107518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992F3E-BAC6-40BF-88D8-1F9DE72A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CFB61-13E2-4CDD-B7FD-D5E098D8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68283-B709-40FA-9ADC-47C9A1FF9EF9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34736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ADB758-6C0E-44BF-9795-C20C7E0A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AC4494-A63A-4A4F-B633-41460FED3935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6B994-2436-489B-903C-B6B68C98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E7B1E4-8643-4940-9517-CD89279F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797-4FB4-4B3F-9832-6B9506819A79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142399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35475B-6023-4F70-ACDF-31016B48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292E3C-5B0C-4E5B-94B9-57CE897DBB06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FEE7C6C-8DDC-41E4-ADA8-97DA0D39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DF309F-BB40-457B-938F-D43AA879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934A-88F3-4F79-9132-ED3BFFA4CC73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82700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AE678C8-C2F5-492F-B824-0F0436B4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352942-5E69-465A-86DB-BB73A5930BF1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BCA581-BCD0-448F-8C4F-15BED57B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D203AB-48AA-45DB-B2E5-B153463E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57199-2152-4DD7-9F55-4190AC49CDF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752254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11D2FA59-D578-4105-944A-8BF52914A703}"/>
              </a:ext>
            </a:extLst>
          </p:cNvPr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C5E658F-DB1E-4E81-A962-8E0622D98B47}"/>
              </a:ext>
            </a:extLst>
          </p:cNvPr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_tradnl" noProof="0"/>
              <a:t>Arrastre la imagen al marcador de posición o haga clic en el icono para agregar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30D110F-8C5C-4F12-ADFC-A3C5DD91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DB19EA-1DA4-4B71-8D2E-4A485B16DB26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1536193-97A6-4C4A-AD64-923BDF68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4AD7AFC-C4D4-48CC-8B3C-1311D633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8A8C99-E7C8-45E1-B8CA-06497BB196C7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872598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3BF5-439B-4050-B836-5904C378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68B8E0-B79E-4114-91CE-432CFE194447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C011-5486-4A45-B4EF-3479DCF1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B342-5B66-4829-A08F-CC802DFD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B7A75-CA81-45D4-8DC2-6D384E1A8B6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554309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4F3D1-1078-4EA1-83ED-37265F34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A29B8B-D319-4EE7-A672-FD15DE26441C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7631-DBC5-4666-8774-2079C306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D5F9-F10C-4B33-A9E1-D55481CA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A900D-A446-447F-871C-4C48544E9B5D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911676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80D5B-0791-45D2-91C2-098133AC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5791200" cy="13716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_tradnl" altLang="es-ES"/>
              <a:t>Clic para editar título</a:t>
            </a:r>
            <a:endParaRPr lang="en-US" altLang="es-E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4108EDD-185B-4470-B676-5B3ED12F33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752601"/>
            <a:ext cx="7620000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Haga clic para modificar el estilo de texto del patrón</a:t>
            </a:r>
          </a:p>
          <a:p>
            <a:pPr lvl="1"/>
            <a:r>
              <a:rPr lang="es-ES_tradnl" altLang="es-ES"/>
              <a:t>Segundo nivel</a:t>
            </a:r>
          </a:p>
          <a:p>
            <a:pPr lvl="2"/>
            <a:r>
              <a:rPr lang="es-ES_tradnl" altLang="es-ES"/>
              <a:t>Tercer nivel</a:t>
            </a:r>
          </a:p>
          <a:p>
            <a:pPr lvl="3"/>
            <a:r>
              <a:rPr lang="es-ES_tradnl" altLang="es-ES"/>
              <a:t>Cuarto nivel</a:t>
            </a:r>
          </a:p>
          <a:p>
            <a:pPr lvl="4"/>
            <a:r>
              <a:rPr lang="es-ES_tradnl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2170-68D9-481A-84B0-715F63FDD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050DC52F-2A97-4BAC-AEF1-56FB5B3F80E4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E83E-1278-4657-AFEF-281CC2EFB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92877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dirty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9F4C-DD07-4C04-A39D-E6FFE968C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8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fld id="{7722B84D-4123-4AA5-BE54-CC60AA3037DE}" type="slidenum">
              <a:rPr lang="en-US" altLang="es-ES"/>
              <a:pPr/>
              <a:t>‹Nº›</a:t>
            </a:fld>
            <a:endParaRPr lang="en-US" alt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72442-8270-4AB4-A13D-8BBE1EE7B1F5}"/>
              </a:ext>
            </a:extLst>
          </p:cNvPr>
          <p:cNvSpPr/>
          <p:nvPr/>
        </p:nvSpPr>
        <p:spPr>
          <a:xfrm>
            <a:off x="9001126" y="0"/>
            <a:ext cx="142875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E408B-62D2-4B42-A74B-B64B692108FC}"/>
              </a:ext>
            </a:extLst>
          </p:cNvPr>
          <p:cNvSpPr/>
          <p:nvPr/>
        </p:nvSpPr>
        <p:spPr>
          <a:xfrm>
            <a:off x="9001126" y="1371600"/>
            <a:ext cx="142875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1683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9pPr>
    </p:titleStyle>
    <p:bodyStyle>
      <a:lvl1pPr algn="l" rtl="0" fontAlgn="base">
        <a:spcBef>
          <a:spcPct val="20000"/>
        </a:spcBef>
        <a:spcAft>
          <a:spcPts val="600"/>
        </a:spcAft>
        <a:buFont typeface="Arial" panose="020B0604020202020204" pitchFamily="34" charset="0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457200" indent="-182563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80D5B-0791-45D2-91C2-098133AC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5791200" cy="13716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_tradnl" altLang="es-ES"/>
              <a:t>Clic para editar título</a:t>
            </a:r>
            <a:endParaRPr lang="en-US" altLang="es-E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4108EDD-185B-4470-B676-5B3ED12F33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Haga clic para modificar el estilo de texto del patrón</a:t>
            </a:r>
          </a:p>
          <a:p>
            <a:pPr lvl="1"/>
            <a:r>
              <a:rPr lang="es-ES_tradnl" altLang="es-ES"/>
              <a:t>Segundo nivel</a:t>
            </a:r>
          </a:p>
          <a:p>
            <a:pPr lvl="2"/>
            <a:r>
              <a:rPr lang="es-ES_tradnl" altLang="es-ES"/>
              <a:t>Tercer nivel</a:t>
            </a:r>
          </a:p>
          <a:p>
            <a:pPr lvl="3"/>
            <a:r>
              <a:rPr lang="es-ES_tradnl" altLang="es-ES"/>
              <a:t>Cuarto nivel</a:t>
            </a:r>
          </a:p>
          <a:p>
            <a:pPr lvl="4"/>
            <a:r>
              <a:rPr lang="es-ES_tradnl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2170-68D9-481A-84B0-715F63FDD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050DC52F-2A97-4BAC-AEF1-56FB5B3F80E4}" type="datetime4">
              <a:rPr lang="en-US" altLang="es-ES"/>
              <a:pPr/>
              <a:t>February 26, 2026</a:t>
            </a:fld>
            <a:endParaRPr lang="en-US" alt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E83E-1278-4657-AFEF-281CC2EFB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dirty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9F4C-DD07-4C04-A39D-E6FFE968C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fld id="{7722B84D-4123-4AA5-BE54-CC60AA3037DE}" type="slidenum">
              <a:rPr lang="en-US" altLang="es-ES"/>
              <a:pPr/>
              <a:t>‹Nº›</a:t>
            </a:fld>
            <a:endParaRPr lang="en-US" alt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72442-8270-4AB4-A13D-8BBE1EE7B1F5}"/>
              </a:ext>
            </a:extLst>
          </p:cNvPr>
          <p:cNvSpPr/>
          <p:nvPr/>
        </p:nvSpPr>
        <p:spPr>
          <a:xfrm>
            <a:off x="9001125" y="0"/>
            <a:ext cx="142875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E408B-62D2-4B42-A74B-B64B692108FC}"/>
              </a:ext>
            </a:extLst>
          </p:cNvPr>
          <p:cNvSpPr/>
          <p:nvPr/>
        </p:nvSpPr>
        <p:spPr>
          <a:xfrm>
            <a:off x="9001125" y="1371600"/>
            <a:ext cx="142875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2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MS PGothic" panose="020B0600070205080204" pitchFamily="34" charset="-128"/>
        </a:defRPr>
      </a:lvl9pPr>
    </p:titleStyle>
    <p:bodyStyle>
      <a:lvl1pPr algn="l" rtl="0" fontAlgn="base">
        <a:spcBef>
          <a:spcPct val="20000"/>
        </a:spcBef>
        <a:spcAft>
          <a:spcPts val="600"/>
        </a:spcAft>
        <a:buFont typeface="Arial" panose="020B0604020202020204" pitchFamily="34" charset="0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457200" indent="-182563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3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5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5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CuadroTexto 8">
            <a:extLst>
              <a:ext uri="{FF2B5EF4-FFF2-40B4-BE49-F238E27FC236}">
                <a16:creationId xmlns:a16="http://schemas.microsoft.com/office/drawing/2014/main" id="{8E6E592A-A9B7-4456-B626-129198661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2" y="6376990"/>
            <a:ext cx="4587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400">
                <a:solidFill>
                  <a:srgbClr val="D1282E"/>
                </a:solidFill>
                <a:latin typeface="Gill Sans" charset="0"/>
              </a:rPr>
              <a:t>Facultad de Ciencias de la Comunicación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AA5E571-DFAC-42C3-8ECE-F2A1129C8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49877"/>
            <a:ext cx="9144000" cy="1508125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s-ES">
              <a:solidFill>
                <a:srgbClr val="FFFFFF"/>
              </a:solidFill>
              <a:latin typeface="Arial"/>
              <a:ea typeface="MS PGothic" panose="020B0600070205080204" pitchFamily="34" charset="-128"/>
            </a:endParaRPr>
          </a:p>
        </p:txBody>
      </p:sp>
      <p:pic>
        <p:nvPicPr>
          <p:cNvPr id="4100" name="Imagen 19" descr="logoURJCnegativo1.eps">
            <a:extLst>
              <a:ext uri="{FF2B5EF4-FFF2-40B4-BE49-F238E27FC236}">
                <a16:creationId xmlns:a16="http://schemas.microsoft.com/office/drawing/2014/main" id="{8724FDBD-E988-4561-8921-AC0CD481B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626102"/>
            <a:ext cx="18732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Subtítulo 2">
            <a:extLst>
              <a:ext uri="{FF2B5EF4-FFF2-40B4-BE49-F238E27FC236}">
                <a16:creationId xmlns:a16="http://schemas.microsoft.com/office/drawing/2014/main" id="{52CF2A1B-A795-4B8D-BDEF-377DA57DDCCB}"/>
              </a:ext>
            </a:extLst>
          </p:cNvPr>
          <p:cNvSpPr txBox="1">
            <a:spLocks/>
          </p:cNvSpPr>
          <p:nvPr/>
        </p:nvSpPr>
        <p:spPr bwMode="auto">
          <a:xfrm>
            <a:off x="4508502" y="454329"/>
            <a:ext cx="4064243" cy="34826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fontAlgn="base">
              <a:spcBef>
                <a:spcPct val="20000"/>
              </a:spcBef>
              <a:spcAft>
                <a:spcPts val="600"/>
              </a:spcAft>
            </a:pPr>
            <a:r>
              <a:rPr lang="es-ES" altLang="es-ES" b="1" dirty="0">
                <a:solidFill>
                  <a:srgbClr val="FFFFFF"/>
                </a:solidFill>
                <a:latin typeface="Gill Sans" charset="0"/>
              </a:rPr>
              <a:t>Estructuras de Datos</a:t>
            </a:r>
          </a:p>
        </p:txBody>
      </p:sp>
      <p:sp>
        <p:nvSpPr>
          <p:cNvPr id="2" name="CuadroTexto 12">
            <a:extLst>
              <a:ext uri="{FF2B5EF4-FFF2-40B4-BE49-F238E27FC236}">
                <a16:creationId xmlns:a16="http://schemas.microsoft.com/office/drawing/2014/main" id="{713660E4-7A5B-E619-43B0-567F3AA1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928" y="5898958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400">
                <a:solidFill>
                  <a:srgbClr val="FFFFFF"/>
                </a:solidFill>
                <a:latin typeface="Gill Sans" charset="0"/>
              </a:rPr>
              <a:t>Curso 2023-2024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F2A1B-A795-4B8D-BDEF-377DA57DDCCB}"/>
              </a:ext>
            </a:extLst>
          </p:cNvPr>
          <p:cNvSpPr txBox="1">
            <a:spLocks/>
          </p:cNvSpPr>
          <p:nvPr/>
        </p:nvSpPr>
        <p:spPr bwMode="auto">
          <a:xfrm>
            <a:off x="912815" y="4597042"/>
            <a:ext cx="4309698" cy="3254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s-ES" altLang="es-ES" sz="1400" b="1" i="1" dirty="0">
                <a:solidFill>
                  <a:srgbClr val="C00000"/>
                </a:solidFill>
                <a:latin typeface="Gill Sans" charset="0"/>
              </a:rPr>
              <a:t>Salvador Sánchez y Sergio Cavero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5508E3A-56F2-4E3C-927E-C8EF5AE190A7}"/>
              </a:ext>
            </a:extLst>
          </p:cNvPr>
          <p:cNvSpPr txBox="1">
            <a:spLocks/>
          </p:cNvSpPr>
          <p:nvPr/>
        </p:nvSpPr>
        <p:spPr>
          <a:xfrm>
            <a:off x="817565" y="1935525"/>
            <a:ext cx="5534139" cy="150812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br>
              <a:rPr lang="es-ES" altLang="es-ES" sz="5000" dirty="0">
                <a:solidFill>
                  <a:srgbClr val="D1282E"/>
                </a:solidFill>
                <a:latin typeface="Gill Sans" charset="0"/>
              </a:rPr>
            </a:br>
            <a:r>
              <a:rPr lang="es-ES" altLang="es-ES" sz="5000" b="1" dirty="0">
                <a:solidFill>
                  <a:srgbClr val="D1282E"/>
                </a:solidFill>
                <a:latin typeface="Gill Sans" charset="0"/>
              </a:rPr>
              <a:t>Resolución de un caso práctico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B67040A-D817-4D92-9E1B-19A2F2EBF870}"/>
              </a:ext>
            </a:extLst>
          </p:cNvPr>
          <p:cNvSpPr txBox="1">
            <a:spLocks/>
          </p:cNvSpPr>
          <p:nvPr/>
        </p:nvSpPr>
        <p:spPr>
          <a:xfrm>
            <a:off x="896940" y="4085864"/>
            <a:ext cx="5343525" cy="3381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anchor="ctr">
            <a:normAutofit fontScale="92500" lnSpcReduction="10000"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s-ES" altLang="es-ES">
                <a:solidFill>
                  <a:srgbClr val="FFFFFF"/>
                </a:solidFill>
                <a:latin typeface="Gill Sans" charset="0"/>
              </a:rPr>
              <a:t>GRADO EN INGENIERÍA DEL SOFTWARE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4E12648-C579-4436-B861-A532A59F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72A29597-3FBA-4C54-96FB-FD75AB25F7E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BCAC267-AEB3-4B95-86DE-60EBB3449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E6CFE8A3-C8E2-489C-B048-37CFD2121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9261FF6-269B-6FDA-E0CE-591C90CD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224896"/>
            <a:ext cx="7700227" cy="4425017"/>
          </a:xfrm>
        </p:spPr>
        <p:txBody>
          <a:bodyPr anchor="ctr"/>
          <a:lstStyle/>
          <a:p>
            <a:pPr algn="just"/>
            <a:r>
              <a:rPr lang="en-US" sz="2400" b="0" i="0" dirty="0">
                <a:effectLst/>
                <a:latin typeface="Segoe Sans"/>
              </a:rPr>
              <a:t>La Fundación </a:t>
            </a:r>
            <a:r>
              <a:rPr lang="en-US" sz="2400" b="0" i="0" dirty="0" err="1">
                <a:effectLst/>
                <a:latin typeface="Segoe Sans"/>
              </a:rPr>
              <a:t>Clínica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Universitaria</a:t>
            </a:r>
            <a:r>
              <a:rPr lang="en-US" sz="2400" b="0" i="0" dirty="0">
                <a:effectLst/>
                <a:latin typeface="Segoe Sans"/>
              </a:rPr>
              <a:t> de la Universidad Rey Juan Carlos </a:t>
            </a:r>
            <a:r>
              <a:rPr lang="en-US" sz="2400" b="0" i="0" dirty="0" err="1">
                <a:effectLst/>
                <a:latin typeface="Segoe Sans"/>
              </a:rPr>
              <a:t>nos</a:t>
            </a:r>
            <a:r>
              <a:rPr lang="en-US" sz="2400" b="0" i="0" dirty="0">
                <a:effectLst/>
                <a:latin typeface="Segoe Sans"/>
              </a:rPr>
              <a:t> ha </a:t>
            </a:r>
            <a:r>
              <a:rPr lang="en-US" sz="2400" b="0" i="0" dirty="0" err="1">
                <a:effectLst/>
                <a:latin typeface="Segoe Sans"/>
              </a:rPr>
              <a:t>solicitado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colaboración</a:t>
            </a:r>
            <a:r>
              <a:rPr lang="en-US" sz="2400" b="0" i="0" dirty="0">
                <a:effectLst/>
                <a:latin typeface="Segoe Sans"/>
              </a:rPr>
              <a:t> para </a:t>
            </a:r>
            <a:r>
              <a:rPr lang="en-US" sz="2400" b="0" i="0" dirty="0" err="1">
                <a:effectLst/>
                <a:latin typeface="Segoe Sans"/>
              </a:rPr>
              <a:t>desarrollar</a:t>
            </a:r>
            <a:r>
              <a:rPr lang="en-US" sz="2400" b="0" i="0" dirty="0">
                <a:effectLst/>
                <a:latin typeface="Segoe Sans"/>
              </a:rPr>
              <a:t> un software que </a:t>
            </a:r>
            <a:r>
              <a:rPr lang="en-US" sz="2400" b="0" i="0" dirty="0" err="1">
                <a:effectLst/>
                <a:latin typeface="Segoe Sans"/>
              </a:rPr>
              <a:t>gestione</a:t>
            </a:r>
            <a:r>
              <a:rPr lang="en-US" sz="2400" b="0" i="0" dirty="0">
                <a:effectLst/>
                <a:latin typeface="Segoe Sans"/>
              </a:rPr>
              <a:t> las colas de </a:t>
            </a:r>
            <a:r>
              <a:rPr lang="en-US" sz="2400" b="0" i="0" dirty="0" err="1">
                <a:effectLst/>
                <a:latin typeface="Segoe Sans"/>
              </a:rPr>
              <a:t>espera</a:t>
            </a:r>
            <a:r>
              <a:rPr lang="en-US" sz="2400" b="0" i="0" dirty="0">
                <a:effectLst/>
                <a:latin typeface="Segoe Sans"/>
              </a:rPr>
              <a:t> de sus </a:t>
            </a:r>
            <a:r>
              <a:rPr lang="en-US" sz="2400" b="0" i="0" dirty="0" err="1">
                <a:effectLst/>
                <a:latin typeface="Segoe Sans"/>
              </a:rPr>
              <a:t>pacientes</a:t>
            </a:r>
            <a:r>
              <a:rPr lang="en-US" sz="2400" b="0" i="0" dirty="0">
                <a:effectLst/>
                <a:latin typeface="Segoe Sans"/>
              </a:rPr>
              <a:t>. </a:t>
            </a:r>
          </a:p>
          <a:p>
            <a:pPr algn="just"/>
            <a:r>
              <a:rPr lang="en-US" sz="2400" b="0" i="0" dirty="0">
                <a:effectLst/>
                <a:latin typeface="Segoe Sans"/>
              </a:rPr>
              <a:t>En particular, </a:t>
            </a:r>
            <a:r>
              <a:rPr lang="en-US" sz="2400" b="0" i="0" dirty="0" err="1">
                <a:effectLst/>
                <a:latin typeface="Segoe Sans"/>
              </a:rPr>
              <a:t>necesitan</a:t>
            </a:r>
            <a:r>
              <a:rPr lang="en-US" sz="2400" b="0" i="0" dirty="0">
                <a:effectLst/>
                <a:latin typeface="Segoe Sans"/>
              </a:rPr>
              <a:t> un </a:t>
            </a:r>
            <a:r>
              <a:rPr lang="en-US" sz="2400" b="0" i="0" dirty="0" err="1">
                <a:effectLst/>
                <a:latin typeface="Segoe Sans"/>
              </a:rPr>
              <a:t>sistema</a:t>
            </a:r>
            <a:r>
              <a:rPr lang="en-US" sz="2400" b="0" i="0" dirty="0">
                <a:effectLst/>
                <a:latin typeface="Segoe Sans"/>
              </a:rPr>
              <a:t> que </a:t>
            </a:r>
            <a:r>
              <a:rPr lang="en-US" sz="2400" b="0" i="0" dirty="0" err="1">
                <a:effectLst/>
                <a:latin typeface="Segoe Sans"/>
              </a:rPr>
              <a:t>administre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tres</a:t>
            </a:r>
            <a:r>
              <a:rPr lang="en-US" sz="2400" b="0" i="0" dirty="0">
                <a:effectLst/>
                <a:latin typeface="Segoe Sans"/>
              </a:rPr>
              <a:t> colas de </a:t>
            </a:r>
            <a:r>
              <a:rPr lang="en-US" sz="2400" b="0" i="0" dirty="0" err="1">
                <a:effectLst/>
                <a:latin typeface="Segoe Sans"/>
              </a:rPr>
              <a:t>pacientes</a:t>
            </a:r>
            <a:r>
              <a:rPr lang="en-US" sz="2400" b="0" i="0" dirty="0">
                <a:effectLst/>
                <a:latin typeface="Segoe Sans"/>
              </a:rPr>
              <a:t>, </a:t>
            </a:r>
            <a:r>
              <a:rPr lang="en-US" sz="2400" b="0" i="0" dirty="0" err="1">
                <a:effectLst/>
                <a:latin typeface="Segoe Sans"/>
              </a:rPr>
              <a:t>donde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estos</a:t>
            </a:r>
            <a:r>
              <a:rPr lang="en-US" sz="2400" b="0" i="0" dirty="0">
                <a:effectLst/>
                <a:latin typeface="Segoe Sans"/>
              </a:rPr>
              <a:t> se </a:t>
            </a:r>
            <a:r>
              <a:rPr lang="en-US" sz="2400" b="0" i="0" dirty="0" err="1">
                <a:effectLst/>
                <a:latin typeface="Segoe Sans"/>
              </a:rPr>
              <a:t>añadan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según</a:t>
            </a:r>
            <a:r>
              <a:rPr lang="en-US" sz="2400" b="0" i="0" dirty="0">
                <a:effectLst/>
                <a:latin typeface="Segoe Sans"/>
              </a:rPr>
              <a:t> la </a:t>
            </a:r>
            <a:r>
              <a:rPr lang="en-US" sz="2400" b="0" i="0" dirty="0" err="1">
                <a:effectLst/>
                <a:latin typeface="Segoe Sans"/>
              </a:rPr>
              <a:t>urgencia</a:t>
            </a:r>
            <a:r>
              <a:rPr lang="en-US" sz="2400" b="0" i="0" dirty="0">
                <a:effectLst/>
                <a:latin typeface="Segoe Sans"/>
              </a:rPr>
              <a:t> o </a:t>
            </a:r>
            <a:r>
              <a:rPr lang="en-US" sz="2400" b="0" i="0" dirty="0" err="1">
                <a:effectLst/>
                <a:latin typeface="Segoe Sans"/>
              </a:rPr>
              <a:t>gravedad</a:t>
            </a:r>
            <a:r>
              <a:rPr lang="en-US" sz="2400" b="0" i="0" dirty="0">
                <a:effectLst/>
                <a:latin typeface="Segoe Sans"/>
              </a:rPr>
              <a:t> de </a:t>
            </a:r>
            <a:r>
              <a:rPr lang="en-US" sz="2400" b="0" i="0" dirty="0" err="1">
                <a:effectLst/>
                <a:latin typeface="Segoe Sans"/>
              </a:rPr>
              <a:t>su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condición</a:t>
            </a:r>
            <a:r>
              <a:rPr lang="en-US" sz="2400" b="0" i="0" dirty="0">
                <a:effectLst/>
                <a:latin typeface="Segoe Sans"/>
              </a:rPr>
              <a:t>. </a:t>
            </a:r>
            <a:r>
              <a:rPr lang="en-US" sz="2400" b="0" i="0" dirty="0" err="1">
                <a:effectLst/>
                <a:latin typeface="Segoe Sans"/>
              </a:rPr>
              <a:t>Tras</a:t>
            </a:r>
            <a:r>
              <a:rPr lang="en-US" sz="2400" b="0" i="0" dirty="0">
                <a:effectLst/>
                <a:latin typeface="Segoe Sans"/>
              </a:rPr>
              <a:t> pasar </a:t>
            </a:r>
            <a:r>
              <a:rPr lang="en-US" sz="2400" b="0" i="0" dirty="0" err="1">
                <a:effectLst/>
                <a:latin typeface="Segoe Sans"/>
              </a:rPr>
              <a:t>por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el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triaje</a:t>
            </a:r>
            <a:r>
              <a:rPr lang="en-US" sz="2400" b="0" i="0" dirty="0">
                <a:effectLst/>
                <a:latin typeface="Segoe Sans"/>
              </a:rPr>
              <a:t>, se les </a:t>
            </a:r>
            <a:r>
              <a:rPr lang="en-US" sz="2400" b="0" i="0" dirty="0" err="1">
                <a:effectLst/>
                <a:latin typeface="Segoe Sans"/>
              </a:rPr>
              <a:t>asignará</a:t>
            </a:r>
            <a:r>
              <a:rPr lang="en-US" sz="2400" b="0" i="0" dirty="0">
                <a:effectLst/>
                <a:latin typeface="Segoe Sans"/>
              </a:rPr>
              <a:t> un </a:t>
            </a:r>
            <a:r>
              <a:rPr lang="en-US" sz="2400" b="0" i="0" dirty="0" err="1">
                <a:effectLst/>
                <a:latin typeface="Segoe Sans"/>
              </a:rPr>
              <a:t>nivel</a:t>
            </a:r>
            <a:r>
              <a:rPr lang="en-US" sz="2400" b="0" i="0" dirty="0">
                <a:effectLst/>
                <a:latin typeface="Segoe Sans"/>
              </a:rPr>
              <a:t> de </a:t>
            </a:r>
            <a:r>
              <a:rPr lang="en-US" sz="2400" b="0" i="0" dirty="0" err="1">
                <a:effectLst/>
                <a:latin typeface="Segoe Sans"/>
              </a:rPr>
              <a:t>urgencia</a:t>
            </a:r>
            <a:r>
              <a:rPr lang="en-US" sz="2400" b="0" i="0" dirty="0">
                <a:effectLst/>
                <a:latin typeface="Segoe Sans"/>
              </a:rPr>
              <a:t> que </a:t>
            </a:r>
            <a:r>
              <a:rPr lang="en-US" sz="2400" b="0" i="0" dirty="0" err="1">
                <a:effectLst/>
                <a:latin typeface="Segoe Sans"/>
              </a:rPr>
              <a:t>determinará</a:t>
            </a:r>
            <a:r>
              <a:rPr lang="en-US" sz="2400" b="0" i="0" dirty="0">
                <a:effectLst/>
                <a:latin typeface="Segoe Sans"/>
              </a:rPr>
              <a:t> la cola </a:t>
            </a:r>
            <a:r>
              <a:rPr lang="en-US" sz="2400" b="0" i="0" dirty="0" err="1">
                <a:effectLst/>
                <a:latin typeface="Segoe Sans"/>
              </a:rPr>
              <a:t>en</a:t>
            </a:r>
            <a:r>
              <a:rPr lang="en-US" sz="2400" b="0" i="0" dirty="0">
                <a:effectLst/>
                <a:latin typeface="Segoe Sans"/>
              </a:rPr>
              <a:t> la que </a:t>
            </a:r>
            <a:r>
              <a:rPr lang="en-US" sz="2400" b="0" i="0" dirty="0" err="1">
                <a:effectLst/>
                <a:latin typeface="Segoe Sans"/>
              </a:rPr>
              <a:t>serán</a:t>
            </a:r>
            <a:r>
              <a:rPr lang="en-US" sz="2400" b="0" i="0" dirty="0">
                <a:effectLst/>
                <a:latin typeface="Segoe Sans"/>
              </a:rPr>
              <a:t> </a:t>
            </a:r>
            <a:r>
              <a:rPr lang="en-US" sz="2400" b="0" i="0" dirty="0" err="1">
                <a:effectLst/>
                <a:latin typeface="Segoe Sans"/>
              </a:rPr>
              <a:t>ubicados</a:t>
            </a:r>
            <a:r>
              <a:rPr lang="en-US" sz="2400" b="0" i="0" dirty="0">
                <a:effectLst/>
                <a:latin typeface="Segoe Sans"/>
              </a:rPr>
              <a:t>.</a:t>
            </a:r>
            <a:endParaRPr lang="es-ES" sz="2800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5975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E311-7187-821C-2821-AE766091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8EDDED2-6915-C860-F0C1-794B7E9FC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5354089E-0C8A-4BF8-D77A-D471D9235C5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BB61E2F7-90CB-BDAE-F34E-2AE0487C3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38ADE88E-2440-3C70-E7E6-1F56670C6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6AC09C2-11A3-295C-B191-D1BBB50E8B62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E199C0F-BD9A-0CA4-7285-E6DC05286302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CF4CE1-F0FD-C80E-F09F-FF3435B8985B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353DCB-FD51-28B1-5DFB-173071775884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4FE8AF-86BA-4157-A771-7F711058D764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3F32C72-7DA7-6509-D957-935819A58A8D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3F691-B2C1-EBC7-73BA-9EEA20621185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890596-9EF2-5C9B-D024-52FB49D32410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8C3F15-F9B2-B186-FF45-A9D6314643F4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DC5835-0288-5B05-C58C-4FF12CCB9ED9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A8F057-0652-E581-4D73-C5F0AC975C3C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AA69CB-6465-2ED3-8950-1A76A22D3C6A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801BE1D0-683E-8054-C247-D76DD1F1E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7E388D50-7D25-99DD-BA46-B9B151DD0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660C723C-CE4E-7A11-7902-3B80D4F8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A3A3520A-5E41-D3F9-680B-4CC165A7F7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683425B6-A271-36B3-7922-8C883AD9A0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10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EDB6-B180-FB6C-2ED4-19240B1D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C6F2044-7EB8-D8A1-B029-CE5ADE995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8434A98E-E21B-922C-38FE-9E4416310B45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BF74030D-53A0-5B9E-E1DB-56401A59C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748A47CE-E0C6-7D10-15C9-750B57A1B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E77731C-DDC7-666F-0D51-2A8E14CF8B8A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B38638-C577-3666-C809-6C1A59E4A0C0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4BF1BFF-D58A-6932-9868-CB6B01BEFE48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C561D8-E958-10A6-F271-BACD45642D2E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AF85C0-45C6-8726-0F81-BC4E3586C866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713E418-E090-2E18-C076-165FC0FC036B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A0472-314A-D62B-80BA-B354A4DA8319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3B0BFA-99A3-041A-493D-3D355EB33DEF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DDEB95-557F-0E00-16D1-89901014DC62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83B3D8-F463-40E3-D108-C014DBAC6950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970FC2-3B56-9E59-8E71-6DD1CEAC0CBA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FC81B8-93FE-5089-1398-9492C5759FD8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804C2A48-A212-72CA-D6FE-819B6AD9D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F9D3F00F-48FF-3AB2-B6F6-208D5B8CA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0A52D7A2-458A-1D7B-06CD-F534DB568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A32AC8F8-1AF0-E3D9-0F7D-999E09423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341939F1-E40C-99C0-64C1-EDAC944402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57" y="2750066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68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5716-2B71-418C-2D39-9EF634B8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BAF83065-4D94-F652-CCA4-BE6174712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A140B0A2-1CA8-844C-3604-682C6A36BB57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3FE7EB5E-98A0-2A3E-DA4B-EDCDC16FB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93B225D9-7968-1C77-07FF-B40372545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E1A171C-EF3A-4938-6B45-7BCF34C35BEC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B83CBFF-9B6A-DCDD-1A0D-3677E6CA231A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379D64F-9117-9766-78B7-BFA7554F19C5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FF03DA-F5E5-DFF0-278D-ECA2CB11BEEC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787EE0-0CB1-AF66-BAAE-3ED0F01D8134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8D3C1EB-21A7-D920-6539-1E2B399D2B19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B3FFD9-F311-AD21-3F57-E0D563953F0C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960B84-A715-DA8D-1427-26DDE73E35C2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7038A2-F837-3A16-70EC-F4024A6EFBFC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7018AD-75E5-193F-DC20-2C671A518442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C24682-AA55-DE4F-B1E3-7A3F81E19E34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65BF9E-700C-25F6-0B83-56C4C2BCCB6B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2CDE17EB-130F-B01E-88D5-10A626262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9E82CBBE-08F0-3CEC-7715-C5E9070D8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575A3642-2F63-8C80-713E-EB1448E56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11EF38AD-EBD9-E5C2-360C-B6553C18D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15FF8535-0200-F3C4-B806-DB06781344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648" y="2711857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97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DE620-14F2-0A1C-5A82-5CA6AFBA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E06F47F-63D0-1F45-69C8-AD8E8CA81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BCB299D5-E9D6-97A1-BD79-785E419D3BF6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C5C8AEE1-C9E1-BC82-ACDF-E7821EC01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2F14652D-9097-0CFB-DDF0-9BADC814F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46FAD-AA18-684A-E1A9-F2513A2B078A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8BB8199-41CA-03F6-2C6C-72B6DEC25489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5D29C7-10FC-894B-DA03-779375856751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86F672-47F1-9D5B-8CEC-8DA20EE9E2DE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4CFCBD-4DEA-CBB2-8681-C673AFCDF05F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26B98EA-62FA-EEC1-E28B-BA3D059DF8A3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821516-C086-8B13-AB5A-CD6711CA378E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1790F7-FC91-B28C-C8A2-DB8E973F48D4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5102A5-26B5-E7FB-43F1-DA0ECEDB3AE7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11508A-EBCD-0CA5-44F4-7612AFFD2524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5A4972-4DFB-75EC-1833-923242B1285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A250DC-BD15-8690-E60D-36BA036583A4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08A9C857-144E-C2EE-83EB-99E0AC75E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92BBF172-79FF-5592-EEC3-790CC0354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2EFBD6E4-AAA8-83B7-57C6-FCD119298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FE0129DA-AE8D-3791-E182-2C9A5571E9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EF7D1AB6-D9F3-3F2B-9FF6-32E972A4CE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648" y="2711857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95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7089-8592-79B8-F05B-06D616A1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AB721A4-F0BB-C8DF-F143-A2EFB3F24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32A4C563-B89A-3E90-C931-21B45A09F4A4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1C57183C-16CD-EA98-6975-8649C5B01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72A9757C-F6FB-9AE3-FB3A-7AFBFFDA3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56303FD-18DB-C6B8-C29B-8592A936D88F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CA72EA2-75B5-E265-77EE-0DFEFE20C9FB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2AE046-AAAD-C00F-2E65-9A7F0A4B175E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3015E54-1A3A-13B6-ED71-9FEAF46BD159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9EBD67-8B0B-200C-B5F8-87DDA2DDBECD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0601304-C255-B80D-3CA2-72447CA233A4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C36DC9-2029-01B8-05BB-22981A6ABD2B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C79C29-44AD-6464-A7CC-2BB5E7EEEDC0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22A28C-5645-FCAB-F23D-5EC2DD030161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1EB12E-53BB-EDA2-82AE-E32754D5C127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D1327A-B671-8A36-C9C3-40C4DEAC31DB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0A7610-8A29-68C2-030C-83A5DAFFB2B7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DCC14FBE-EEE0-495F-652A-704DBC05A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8ECEA155-9EFF-5174-BAC2-00F5EC794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D8B65BDA-339D-386E-38A2-9F77F6A7C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823" y="1526492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AE7C2968-CCD4-AA81-4404-C992274149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675706C3-8670-CEE7-D722-53EC633C43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648" y="2711857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41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425E-103D-C901-23AC-BDB41675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0A4E6AA-60A5-2FEB-24B4-C056E8D81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48A61AE2-F682-629D-3D5D-D50626A920ED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31FAE4E5-C6E6-CB4F-EA73-A9CB465C7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CE7CC8F5-01CD-8900-F832-B1AC180FA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42303C9-10BB-A34F-5451-7ED8FA597CF8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BDDFBBF-9A0E-B4DA-AF2A-4B7B096F0152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86F7A1-3E23-923E-8F4B-0B6FA5CF89E6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479B01-2347-C145-1A80-EADB393F0432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99E54C-434A-6BF4-C3B3-3D9E34E57261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B4CFADD-C25E-23A8-F5A3-E106A45CA5E7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467B-9C28-710F-637E-9BE474F2982D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FBA206-C54C-7242-473E-72BCE6647CA8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28E0BC7-C9D3-5FE6-2D6C-AFF63EDB7E04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B7EFC9A-7322-09CC-D811-0731E71A09C7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BBFF9E-C918-6625-AD63-29815294E4EA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49EE4B-8D60-B480-1C4E-B5134E81B11A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3447593D-2EA6-946E-82FA-C830C43E0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EE0CABA6-5E0F-6632-E15B-C44FAFC4C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605D4B80-C068-66A8-7C24-B92CD558A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823" y="1526492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80DA8D79-B390-AD03-D20A-4613272BD8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CB80E3DC-EC0C-A6FF-9FAA-3A038E8221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648" y="2711857"/>
            <a:ext cx="822960" cy="82296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B4978C5-43E3-AD3A-A421-403AA7B4A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789840" y="228069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713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5844-11BB-5EC3-4581-BEBADD69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67BDDF9-9CEE-AB00-54CC-D09FAB7AA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C54A6F6C-B452-4742-ABC3-67E81921045C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189E496-AB8D-9C6E-C202-009DBC2D6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9E3D299B-02C1-C9F9-C72D-9858268B6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4D075F-4A3D-E517-AD1C-00D156B5712E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77FC3E7-FFAC-FFA6-833C-10B3AFA58028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8F2CD8-C33A-8270-4DFD-20B7487FC30F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FE11154-FCEE-887B-7ED4-53241E03A6E5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4BCAF2-55BB-B6DB-F7F8-21E7D7B28410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0665500-996E-3FA1-9A13-2501FE246AD6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337F3-55CD-7243-FD9F-538E56425B2E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076509-05F4-6957-CC37-5E37E9601D51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F3303E-4B6E-FC8C-F4DE-379CD368C2AD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E7A385-5287-C3B1-772C-6B5FB032DFA9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087A7F-FAD9-FD41-6A03-FE96BA817EBC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EC6C28-73CC-B6E8-311C-65A98F1D2065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CF68D5CA-163A-B51B-F42C-22CA62260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6D253A1B-1B61-9C12-40D7-5FD2BD24E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D7CCCDE7-6A39-F8CC-A35B-3D4085D3D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747" y="2742373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A173C55E-336C-5A73-9EBF-D8F908A79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CCAF74DB-3469-9E37-9C03-F15E9EABB4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648" y="2711857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56F58F2-2DC6-14AD-9AF4-3C829CB3D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789840" y="228069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989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EDFE-86DE-A943-32E0-29C8D99D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FCB6D95-166E-A6A0-E55C-7B42ABE2E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16A12AD8-2E65-B820-7A23-CCB6B1EC438C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446AD794-9AE4-7612-31A9-50B3A6734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C14A67B6-43E9-5888-67D9-678D5D23C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6125D60-8944-6EF8-E292-2F120332E229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8CF5A7B-57C4-4D39-2835-593D21634666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1D9CAB-9E82-D682-3709-F2C5D258B192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AD1D5F-44EA-D080-D577-A828ECD1F3D6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66ECEC-92E8-A48F-6C77-76E1379208A0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5BA1427-7314-D31A-2C2C-B8353A1889C7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F7083C-87EC-4741-DEB8-689BEADF7EA2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C64715-3788-C1F2-68ED-C72F41B98926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3D080D-4ECE-CB48-E7D2-DA174D7369FD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B10036-D5D7-1639-D8E8-E510EC3B71D7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179E9B-7192-8B83-49BD-AB8770681D3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B6CD53-D3DC-1F34-786A-5C532D238A88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80A7948C-E8BD-02F3-00AF-AE5633E7A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F80A77BB-764F-57FF-4745-D5BEAB2F6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DDD25729-B49E-C5B7-4D3E-E760B27A7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DFE8A67B-21D1-4AC0-64FD-DA586E2CE5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032E0AAB-7C18-B153-C978-0E9CCF8F2D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648" y="2711857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7052350-1E65-739E-2EE7-6D0BD305B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568792" y="2321062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742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60D9-CEF1-BB15-8518-EE1DC8E8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82246D4-8D10-6AD9-68C3-A060CB458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6A2028CD-08A3-3156-BC6E-FC162350FE04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26CBBAD7-8088-DD76-A004-866DCAD26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BD7C212A-CDBF-0B3C-E6E2-47F579444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42B8F16-B2FD-6764-B9E3-2FB37A278261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58DE40-F8B9-3AD6-E8B5-D9E514C0F4CC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D935772-80C1-F1C0-66BD-D690ACD98B6C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85B37B-75B7-87E6-89B3-BFD7238E25F9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205EA-CF60-F047-33B4-B310EB2219AB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51581EE-AEF4-BA91-BBFE-938D5CB24443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CD6D6-7349-B577-1B16-32D2B5C2F0BF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949C62-96DC-992D-8969-09D82620C89C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BA504E-FFB9-5522-8916-964961B0D040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011EEF-49AE-9A1F-AC53-5748E44CB4E6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7ED957-76D8-AD6E-0253-CA1C665F5355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5CCA43-64F0-8F81-9153-9899A3D74703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94E92A8C-FCDD-F67B-8FD6-C2B9E93DC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AD28C5D9-B5B9-CB04-19D2-48763DD67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E8473A4D-6093-F36C-8E29-6ABECFB5D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F2F5A425-57A7-5605-0AC9-7DD4F8BA74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54EC1ED5-72E3-1960-A237-540590F195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1434" y="2722538"/>
            <a:ext cx="822960" cy="82296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794E33F-6F60-3FB2-0FB2-00890F520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789840" y="228069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811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581D-86B0-100F-EC42-C456CF5B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59C3DD6-36EE-EEAA-3DCB-1EDB30640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3C12A7E0-FC3A-E797-123A-9DDD8EC63E5E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9192F36A-97E4-846A-B5A4-6241CC4BD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857039F4-E83B-3599-2674-E067111D4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F86F40D-57EB-567F-9C82-63A57754C5BF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BCF685D-2B4F-5DF1-74BC-851028A4EA90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23A6FD-821F-720D-BB4F-48FC88E16C17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A9FD48C-27D4-EE42-6DA9-141ECE3B526B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9B325F-2C15-AFB7-3C22-C5A09AB1FE39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39D6C84-46A8-4354-4DD7-5808799435E2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D7247F-8D4D-DE43-2992-6C8BCB532144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AB5772-D28F-E64A-5B5A-40B92CBA4893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1458AF-64A7-ABE2-A8FF-EED4282B032A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562AAF-E6A9-F6F5-85F1-0A344CC55926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BE9495-0125-3F95-62AC-73136A280E79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65BEAC-2AC9-BEEE-AA28-226449BC995F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CD80F6A8-F067-62F9-DE62-A8E78F725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4190CB06-9A21-E506-765D-D14EF8722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E8FA0E53-5F0D-52E0-39FC-05623E668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0133A220-E776-3089-45F6-BDFFBDF82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50F872D1-A83B-705B-A59A-9E8367A209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7009" y="2711857"/>
            <a:ext cx="822960" cy="82296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D70628B-B514-7ED5-B22C-9DFB7D90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625272" y="227611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475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FDC6-D954-1C89-B4A0-BA3F2204F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C635C520-2441-E69E-4165-0DD142D10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0227A282-21E9-F536-99B5-CCE70CA48DF7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DAA904BC-49EC-FA80-DC60-2C0DADD70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8422C721-61C0-F01E-B95A-B0A5BBBA0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8E107A8-475B-4752-7B14-790AE235DBAB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67F6F8-4F35-6F6A-DA5B-DDEAE3DC83BD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01B0041-CD90-6101-96FD-168196CE6EEB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D249D7-CB5A-B4FA-6EFF-14241855F09A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F658E5-FF27-D61A-80D9-9F20F07CF782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585F8B-8310-5D55-1FB3-FDD316204DA7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C9354D-FD60-1C30-A11B-39ABEB7296B2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71E6EA-6202-7360-CD2D-DEFE42068FDC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C46DE2-2CC9-719F-0288-5FEFA6BA231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CB70F0-0106-B69E-4425-5F3DF6805CD7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B45B71-37A7-01FF-AEA4-522C9CAEAB1A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2989FE-B99D-DF5A-3756-37F9841B7EB2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F56A107A-6A15-46DD-5086-01679A8FF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656FAA72-8D8F-847E-52C5-2F581D218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7C4C702B-B634-E88A-5FFD-722237456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26C830D2-0A36-B870-6BA8-6B5958F7AD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6AE1BFF5-B8FB-E657-EEAC-ADE54585B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79AF2DE-10B5-E6D2-324A-0B2C69D9B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568792" y="2321062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153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20AF-4E35-97AD-64C4-46064E9E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9ECC400-DCF0-13FB-9FAF-46FC486B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2F6FCDA8-1598-0295-8A02-C1CC2F6BDE6B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A87BE2B1-9901-DE86-4B9F-25CA4EC05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6F21D95F-F87B-0E63-2CA8-37BE49341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EC53C8-B3D5-7C43-96BB-729B7E222CEA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F508B86-F861-AEC3-69E3-966C1D9CA6BF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7448DF6-43E9-8A61-126A-3666191BAD2A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9E83CB-726B-8594-31DC-238875C641DA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FD6F0A-F695-474F-7F1E-62FCD5DFF69D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D8E6333-C8C5-3466-A71C-67573902D0B4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9B06AB-B074-48B9-6879-68E33B96120C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95143D-916D-9E83-B375-0091981060C8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FFDB2A-7FA7-E16B-8BC9-6141ECC0AC5C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3AA969-4AE4-9F67-0C7C-CC98A139075D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F5D719-5AAB-DCE0-DD78-CD9325CA4C8B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4AED25-05B6-BA31-ED52-C837545163C6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AFBD6480-C8FA-8EC1-85EE-02426344F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4BCB42DD-7563-88C8-C8FD-23E8B344E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705" y="3842623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0E47BCB7-810C-6F49-5738-C3E14D7F8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4D01C834-6038-2747-0BFD-20F56943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168FD9AF-589E-F7CF-91B1-2D96CFD9EE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C30C57C-3499-7645-99B0-F665D9E59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568792" y="2321062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77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76E6-C7AF-F1D4-753E-058D6FAB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2DE4B64-02FE-2C84-BD79-2FD51428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2FF0F29F-BD8E-5738-9FCB-AB14D1262F0D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D3BE23DD-DA7F-0CA9-BDC9-97B618E97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A307D3E6-1A29-9E36-BAE4-F5F82399D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9ED3F18-F547-A356-992A-ACBBDE913DB3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05385CC-FED6-EA61-72CC-2FB95E817B1F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A528C1-8175-7AAE-2E59-7FCEB1691174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93EE38-C405-A5FF-E5A0-DA3E1FAB7FAA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51A8EA-66A7-8D7E-C451-49CE72D42181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0D072AB-2124-AB05-8166-62017BE2C135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55634-3E79-4AAC-98FA-89642A5263A6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65FDA-2756-616E-0D55-66C76BEE7825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61F6FB-5715-F0D0-2717-911ACD7AB78C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F270D9-7A9C-1879-343F-BA90C542153E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B35A48-6B58-2A51-72DC-6E7525A670F0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601064-5EF7-6587-15F8-08435FB99091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17FDF3C4-198B-B949-E27D-A847E6084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0E1279A2-0FD4-0145-4EB2-AD4C64972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705" y="3842623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C973DF87-A0D7-2220-2D2A-ED2A0D663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825B9EA2-7D9F-E9CD-A3F0-5F88CD28A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665" y="3831504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58D9E82B-A2C1-D2BF-5FA6-B54BCE880E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F4FBB10-5DA0-B043-06DA-DF9E1926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789840" y="228069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829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A342-9164-AF63-B110-B738790B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FA4D9FA-8712-E0BC-5452-D3B2CFC80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62C96AA5-7183-F4DB-F79D-E2A8EEB691DD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94664322-FAD8-105A-14A8-4A1B2AFD6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C8F4815A-B19E-C731-7B5F-D5EED2B62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18EF9F3-843C-F2B6-B6E5-3F7D55979845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F83E592-E8E1-EC74-9113-FF481B62BA95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813172-DF0D-7BBC-E36C-07A7ADF59266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B82C23-B4BE-475E-3540-05C05037B2AE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1E5B76-5E61-3992-8B0F-9A32FD27E49B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31E090C-BF74-6768-5E9D-E9B83DB98E77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4C734-4AD3-BDD5-ABD3-094094352367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F335C7-DCC8-7BC8-0A1A-9D0A87027E67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7FB9B5-1F31-8B5A-2955-FC737930158C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1C6AA3-F4EA-3F9B-C715-6AD3BBFC3C04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3AB599-09B8-9569-842A-00DC91E6201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6A2343-4154-4098-7678-BC88259F74FF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2D4296B0-F6FA-1693-EB99-486360CA7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8BC19164-7E87-ABDA-3F5D-58AB0C4C2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705" y="3842623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2E43529B-4E1A-52F3-2E4C-036637132A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A007A997-A7A8-5975-14F2-0097E00530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282" y="267933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1BA11367-1667-46C2-54A3-C55B23EDD9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0FD226A-6955-CF89-1130-349C15D9D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590950" y="227611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48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95A3-2185-3CC7-D9A8-57B1A10B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F8458561-98BF-FBF1-D0CA-D2ED9B3A9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60C290D2-B671-5874-57B2-4D6DAD29DA32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BA354794-262A-38D5-9120-84EE9497E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20B01AFE-DAF7-50BA-4F91-404E21B52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EB92FDA-B3E6-DE36-0C59-FC9E058A921B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0FFAF8-561E-BDFA-5327-10EDAABB29B6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05778A4-ACAB-3CA3-705E-55EAC08F50E1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FC844B-40BA-4B3D-F23B-9C9DE30651B5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0C2330-2FC9-C2FB-4718-42A7F6C60349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57B63D-E86E-7031-4BE1-AD7A8B83EDD7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701DC1-64D6-5480-7D3F-30E2709EF19A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6747BE-B250-A459-47BB-F5BB997DFF0A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71326B-6FEA-D8EF-E536-D9EEBE4E6530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D0C21D-747D-5E93-7050-604EB1C30A39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0F05D6-ACED-0189-4EC9-8A0CC04937B7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A531EB-1C60-AE00-B8D1-17ADD48783E5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734E9020-5E6E-9568-50E2-299F8F2BA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9B07FD4F-6442-77FF-362B-BDB5363EC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705" y="3842623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9124CE6E-48A2-8A2A-1A85-ADC9BB44E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39C737DF-56BE-B209-9D72-978736D047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206" y="271442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50EFA959-F8D9-B6A4-586F-26D8CECA3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156C2CE-7A17-C377-2187-42E22E942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568792" y="2321062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216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7FA7-AB86-32A0-AEF6-ABB0690F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CFEE040D-F3DB-F347-6C60-ADAB4A03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6B6FE2E5-CA30-14D8-00DA-C03A3F44AF48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67C0E680-8E5E-D183-9E7C-8AE7F9239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B605C0C2-10CF-F20C-3B54-2746D3E4C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9565943-F3DE-73DD-C1EF-66877241BAE7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89EA7D0-AE6D-C1E8-E78A-6183AAFA2620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AEF2E3-4FED-80B6-54C7-733F65338406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81B0CB-303B-849C-7188-9C5FA7AD3E34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13B7D2-0B0E-214D-C34E-0D4C6E19416B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EBDAEF4-6543-8423-0868-B9627509D6C0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04FB65-5451-0E04-2D56-6E3EB8E58C58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FD6A09-5986-00B0-1C46-554762043321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66204D-1A86-1171-AD3E-DF5D22F0E584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4A4834-2B33-0BF8-4CCB-7DB1EE6BD482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FE2A9B-CD02-7B44-CD92-A6A76922EB92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3AF487-3E2B-DC23-7B55-CA8022BAAF6B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5F686581-0A36-2402-E3EF-B8E091F62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8460" y="2750066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6819BFDD-E1D2-2AA1-AE1F-B8821483C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289" y="3851950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8330D6CC-DB5D-127E-37B8-01C7060D1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29AAA9F2-DF75-D6F6-96FF-8894DB32F0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206" y="271442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AA991B07-6833-0980-F54C-720F65BF6D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08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680A-18FF-1F84-9D35-5E94F6D2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3C61A8F-3451-724E-D199-DE772D50E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D1EEED26-10F8-BAD2-E86E-0DDA75B49E46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1668F607-ED55-4F16-6F7A-C0BA211A7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DBC0592B-1D6C-A077-51D9-0C922EC66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9C3C83A-ED64-DCC0-569D-994A668A878E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6B9AE8D-6F5E-71A3-F06B-74AD366F69A1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92A1E15-D570-063D-B7E4-CF0FDAD6FC26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4AAE7BA-CE7C-AAA2-AD3C-B249311A2E42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31562F-A5EC-8A5F-2D4F-8A6A9253FE01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739BF53-B903-382E-21EC-E3560DD706DB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1B0F18-DAFA-ECA7-E38A-30AB17588D1E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2D4EBC-6E71-4973-6A65-DE944F1D5467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D058A1-7090-3524-1226-C118FBC2F328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9BA194-8DCA-3419-A28C-E82C934B9DB4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3A4AC9-704E-0FA7-4A5A-740841ADB5FD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437915-1D83-DA8C-44B0-CC1ED3825376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098E1ECC-51AC-5517-2607-1EB23D843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665" y="1481271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01FED4A9-292F-1AAE-4ED7-998E4AF5D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289" y="3851950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5C0C4FE0-4E47-781C-72C5-13BD2DB34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F3806F3A-0AB8-0D83-63CC-BFFEDAD01E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206" y="271442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E9F97E30-3B3F-E031-5AF8-415234675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291CD0E-4CDA-EDA5-9C0C-0CCB67F69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568792" y="2321062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118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FA67-0A72-CADB-1BAF-4417C041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7CA2918-7318-BFBC-F449-A6C9B4684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C1A50918-67C3-BD5B-EAEC-DE739B9CF991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7334CC28-5477-83F9-1265-409DC0D8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3C10EBB8-AE4C-6AFB-8FEA-0B1495E7B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D57E3F-536B-2979-2343-BB9DC252B195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6926102-8D57-1395-E092-892F85B5786D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6B7B1D-FE44-8EB8-603B-953790C725B4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69BC45-4106-9E5F-02AA-8B33FB529982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6FF540-FC23-38F6-D239-2BC57EAA4079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9CC8B2-C2ED-5399-4FAF-AFC63F4BA8A8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A4CFE3-3324-1A80-135A-6EAB3561DE6D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B470F-0A9B-68AA-162D-844E7B065463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0D25FC-92E9-D95B-E350-E6C83E4C966E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1811D1-59FE-AA06-2635-B4C822B80092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08CAD0A-701C-0AB5-E477-770E18E87C89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205108-DA1A-7D47-D56A-D83842672AFE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92D84F7F-5596-9CE6-722E-321F02179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665" y="1481271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8B185503-E368-A9BE-94EE-29339E95E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289" y="3851950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6EAD9619-7FE2-8548-D933-E528CBC4A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A9B00526-1F2B-B052-8AE6-BA9C1A1C1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206" y="271442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98D50797-0F7A-770D-D1FB-A41BEFE2BE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9A083D1-115B-4130-8540-7C5EDFA50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789840" y="228069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51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7229-BB96-856F-BA70-FB9365BE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8B1AFBB-11F7-AD53-39D2-491C32F42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56130F45-6626-52FB-CF0E-6BF1B0A810F8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F667C967-6CA3-C651-167F-3B02E57F3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FCEA5169-6478-F4BF-3DA5-7CA8E2C83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986F9A0-92B1-AA94-9305-CCCC3B227361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4300AC8-1D3E-B93C-2D9B-9DC14235CD5B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FFBCCE4-4E43-BFCB-9E23-CFD271E16091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9F7B91-5FEA-761D-3A02-E378355AC821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10A08E-C592-9DB2-ABB7-7BF6F87B65DE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26B5BD9-F562-ACF5-FEB3-C9A8D2FF897A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177ED-360F-0137-B79A-7CBF5CA6042B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13BC79-BDC5-4ADC-32A1-5153D42D954A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6EA87B-5734-4098-D85E-21F476D905F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9AE74D-EB57-BF8D-D619-71AA7D02B95B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E501ED-D18D-5FF6-A806-CC9DFE36BA78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3E6086-CD8B-2BEE-4AFA-0FB8C43CBAF4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AE297263-09FC-48FB-B63F-FCDDE8041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443" y="2714421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73C50BA5-39AB-789B-AE8A-851E30171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289" y="3851950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F43D2E1B-1211-9BB1-FABF-A28A69ED1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19D9BD9D-A182-D2AE-9085-2FEC8E774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206" y="271442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C2F17DC6-DEA2-A0AD-A8CE-EB71290CA1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E5E00FF-701A-D8C6-ABF3-B5CE4C611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7602747" y="2276117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736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AB81-B628-BA76-0404-F6F712C2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8198F57-C120-6674-1E22-2A7A6D3EC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CCDB0E11-DE00-5323-3B20-D92E8289958A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CE2576B-28CB-A506-0B7B-3806FC65F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2694927A-529D-F234-0EC9-48423F580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43C6BD-8222-6099-3FE8-B7258140CEDD}"/>
              </a:ext>
            </a:extLst>
          </p:cNvPr>
          <p:cNvGrpSpPr/>
          <p:nvPr/>
        </p:nvGrpSpPr>
        <p:grpSpPr>
          <a:xfrm>
            <a:off x="2304410" y="1641100"/>
            <a:ext cx="4553590" cy="3002683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11B3240-A282-C7A6-CE00-A01212299533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03C399-1F84-ADBF-5C25-B30E639971A3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9E2F91-F755-73B7-46C3-79B8A5EC19D1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8FD439-FF25-EA0E-8270-F4AE60882E17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1987047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5761A44-D5FC-4BB5-62EA-D3D83B6E641D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DCE6EC-27E8-0A5B-E5F5-8DFEF04F6A4E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E858A5-2DFF-50E3-1265-E380A4C75B9F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1446234" y="3142442"/>
            <a:ext cx="85817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AC00DA-AE51-FC20-DE7C-744A5AEFB444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858176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4CE070-CBC3-823F-0AC8-2B934D217AF4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6858000" y="3142442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2ECE15-B057-DEE3-413A-DC985BDA3BFC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6858000" y="1987047"/>
            <a:ext cx="858177" cy="11553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074F86-7A06-2740-FE0D-97DB255CB5A9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6858000" y="3142442"/>
            <a:ext cx="85817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5AA62C7A-9FA4-60D8-BFC6-AF5BF705B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6128" y="2690245"/>
            <a:ext cx="822960" cy="822960"/>
          </a:xfrm>
          <a:prstGeom prst="rect">
            <a:avLst/>
          </a:prstGeom>
        </p:spPr>
      </p:pic>
      <p:pic>
        <p:nvPicPr>
          <p:cNvPr id="33" name="Picture 32" descr="A cartoon of a child with a thermometer&#10;&#10;AI-generated content may be incorrect.">
            <a:extLst>
              <a:ext uri="{FF2B5EF4-FFF2-40B4-BE49-F238E27FC236}">
                <a16:creationId xmlns:a16="http://schemas.microsoft.com/office/drawing/2014/main" id="{7E45F99E-3859-59D7-C299-FB9F5A90C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289" y="3851950"/>
            <a:ext cx="822960" cy="822960"/>
          </a:xfrm>
          <a:prstGeom prst="rect">
            <a:avLst/>
          </a:prstGeom>
        </p:spPr>
      </p:pic>
      <p:pic>
        <p:nvPicPr>
          <p:cNvPr id="35" name="Picture 34" descr="Cartoon of a child with a bandage on his head&#10;&#10;AI-generated content may be incorrect.">
            <a:extLst>
              <a:ext uri="{FF2B5EF4-FFF2-40B4-BE49-F238E27FC236}">
                <a16:creationId xmlns:a16="http://schemas.microsoft.com/office/drawing/2014/main" id="{271E7431-E1C2-02BD-7374-2F803880BF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853" y="2796495"/>
            <a:ext cx="822960" cy="822960"/>
          </a:xfrm>
          <a:prstGeom prst="rect">
            <a:avLst/>
          </a:prstGeom>
        </p:spPr>
      </p:pic>
      <p:pic>
        <p:nvPicPr>
          <p:cNvPr id="39" name="Picture 38" descr="A person wearing a mask and a thermometer&#10;&#10;AI-generated content may be incorrect.">
            <a:extLst>
              <a:ext uri="{FF2B5EF4-FFF2-40B4-BE49-F238E27FC236}">
                <a16:creationId xmlns:a16="http://schemas.microsoft.com/office/drawing/2014/main" id="{4C02624D-838F-E289-C755-DEC9EDE06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3206" y="2714421"/>
            <a:ext cx="822960" cy="822960"/>
          </a:xfrm>
          <a:prstGeom prst="rect">
            <a:avLst/>
          </a:prstGeom>
        </p:spPr>
      </p:pic>
      <p:pic>
        <p:nvPicPr>
          <p:cNvPr id="41" name="Picture 40" descr="A cartoon of a person with a bandage on his arm&#10;&#10;AI-generated content may be incorrect.">
            <a:extLst>
              <a:ext uri="{FF2B5EF4-FFF2-40B4-BE49-F238E27FC236}">
                <a16:creationId xmlns:a16="http://schemas.microsoft.com/office/drawing/2014/main" id="{3ACEA518-F79D-269E-DF87-843EB1766D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481" y="2750066"/>
            <a:ext cx="822960" cy="82296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5D9495C-7DED-9E1A-C747-190D9E0D2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341" b="92857" l="7500" r="92500">
                        <a14:foregroundMark x1="14167" y1="73077" x2="19167" y2="76374"/>
                        <a14:foregroundMark x1="9167" y1="89011" x2="23333" y2="71978"/>
                        <a14:foregroundMark x1="15833" y1="87363" x2="51667" y2="87912"/>
                        <a14:foregroundMark x1="25833" y1="66484" x2="90000" y2="68681"/>
                        <a14:foregroundMark x1="90000" y1="68681" x2="89167" y2="68681"/>
                        <a14:foregroundMark x1="25000" y1="54396" x2="85000" y2="54945"/>
                        <a14:foregroundMark x1="16667" y1="72527" x2="52500" y2="37363"/>
                        <a14:foregroundMark x1="52500" y1="37363" x2="60000" y2="10440"/>
                        <a14:foregroundMark x1="25000" y1="69231" x2="65833" y2="31319"/>
                        <a14:foregroundMark x1="9167" y1="84066" x2="51667" y2="26923"/>
                        <a14:foregroundMark x1="68333" y1="45055" x2="86667" y2="52747"/>
                        <a14:foregroundMark x1="61667" y1="41209" x2="83333" y2="48352"/>
                        <a14:foregroundMark x1="71667" y1="41758" x2="90000" y2="48352"/>
                        <a14:foregroundMark x1="87500" y1="76374" x2="76667" y2="43407"/>
                        <a14:foregroundMark x1="76667" y1="43407" x2="76667" y2="43407"/>
                        <a14:foregroundMark x1="77500" y1="84615" x2="90000" y2="50000"/>
                        <a14:foregroundMark x1="90000" y1="50000" x2="90000" y2="48901"/>
                        <a14:foregroundMark x1="12500" y1="81868" x2="35000" y2="45055"/>
                        <a14:foregroundMark x1="35000" y1="45055" x2="54167" y2="31868"/>
                        <a14:foregroundMark x1="32500" y1="40110" x2="21667" y2="74725"/>
                        <a14:foregroundMark x1="21667" y1="74725" x2="19167" y2="75275"/>
                        <a14:foregroundMark x1="20000" y1="84066" x2="7500" y2="56044"/>
                        <a14:foregroundMark x1="16667" y1="88462" x2="67500" y2="87912"/>
                        <a14:foregroundMark x1="67500" y1="87912" x2="89167" y2="55495"/>
                        <a14:foregroundMark x1="89167" y1="55495" x2="89167" y2="54945"/>
                        <a14:foregroundMark x1="93333" y1="80220" x2="91667" y2="59341"/>
                        <a14:foregroundMark x1="27500" y1="91758" x2="60000" y2="87363"/>
                        <a14:foregroundMark x1="22500" y1="92857" x2="48333" y2="87912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568792" y="2321062"/>
            <a:ext cx="949082" cy="143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615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9FDC3-1EC4-0E0C-70FD-B3F3E051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2AF5E47-16A0-0BF6-FC16-83D407CF4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30A79CFC-BE29-86E8-9CF8-3FDFCB13D45D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086D750C-49EF-7BD6-50E2-BD5C4BC0B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7E8B5774-2125-A891-8751-CB4BA66A9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7D9E0A4-45DC-5688-B21D-9F44C03AA021}"/>
              </a:ext>
            </a:extLst>
          </p:cNvPr>
          <p:cNvGrpSpPr/>
          <p:nvPr/>
        </p:nvGrpSpPr>
        <p:grpSpPr>
          <a:xfrm>
            <a:off x="3930909" y="2750066"/>
            <a:ext cx="1078061" cy="711054"/>
            <a:chOff x="2500865" y="1622498"/>
            <a:chExt cx="4553590" cy="30026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3255F81-F12F-D7BD-9F01-F6A3B34EB4A8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BCBEF44-A042-8752-E2FA-DC79893E454E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A58D1C-1E8F-D877-99B0-D70C84272056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02E903-3B10-0036-D852-0908DB21270F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 flipV="1">
            <a:off x="1446234" y="2831989"/>
            <a:ext cx="2484675" cy="31045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167E728-40F3-FC68-63C7-70FF669ACEF2}"/>
              </a:ext>
            </a:extLst>
          </p:cNvPr>
          <p:cNvSpPr/>
          <p:nvPr/>
        </p:nvSpPr>
        <p:spPr>
          <a:xfrm>
            <a:off x="405078" y="2750066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2D1ECD-0697-0D72-54BE-986E30973C37}"/>
              </a:ext>
            </a:extLst>
          </p:cNvPr>
          <p:cNvSpPr/>
          <p:nvPr/>
        </p:nvSpPr>
        <p:spPr>
          <a:xfrm>
            <a:off x="7716177" y="2750066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F6F0A1-AB3A-02F7-05C2-7DB46D8C795B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1446234" y="3105594"/>
            <a:ext cx="2484675" cy="3684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2C172D-6803-F65C-EE16-C7D72D04B5B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446234" y="3142442"/>
            <a:ext cx="2484675" cy="236756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0809AE-47D4-99FF-DD15-5AB19A9F3AFC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>
            <a:off x="5008970" y="3142442"/>
            <a:ext cx="2707207" cy="236756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162014-2D47-C26B-417A-01EF86249E5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5008970" y="2831989"/>
            <a:ext cx="2707207" cy="31045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136FC3-997E-1EE0-A742-31A15AF53DF4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 flipV="1">
            <a:off x="5008970" y="3105594"/>
            <a:ext cx="2707207" cy="3684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A62235B-C0BA-0151-142E-7C22AAE27C0D}"/>
              </a:ext>
            </a:extLst>
          </p:cNvPr>
          <p:cNvSpPr/>
          <p:nvPr/>
        </p:nvSpPr>
        <p:spPr>
          <a:xfrm>
            <a:off x="2688571" y="1688927"/>
            <a:ext cx="3681876" cy="2969777"/>
          </a:xfrm>
          <a:prstGeom prst="rect">
            <a:avLst/>
          </a:prstGeom>
          <a:solidFill>
            <a:srgbClr val="EEA7AA">
              <a:alpha val="21176"/>
            </a:srgbClr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Nuestro software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6A441-E31D-CAB3-4EC8-142230DCBFFE}"/>
              </a:ext>
            </a:extLst>
          </p:cNvPr>
          <p:cNvSpPr txBox="1"/>
          <p:nvPr/>
        </p:nvSpPr>
        <p:spPr>
          <a:xfrm>
            <a:off x="2756271" y="250069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Meter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CA485-AAC1-35A4-85B4-C6351DA8B21B}"/>
              </a:ext>
            </a:extLst>
          </p:cNvPr>
          <p:cNvSpPr txBox="1"/>
          <p:nvPr/>
        </p:nvSpPr>
        <p:spPr>
          <a:xfrm>
            <a:off x="5489338" y="3623682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chemeClr val="tx2"/>
                </a:solidFill>
              </a:rPr>
              <a:t>Sacar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C3DD04-0FD6-CAC7-3136-D7A51630CFAA}"/>
              </a:ext>
            </a:extLst>
          </p:cNvPr>
          <p:cNvSpPr txBox="1"/>
          <p:nvPr/>
        </p:nvSpPr>
        <p:spPr>
          <a:xfrm>
            <a:off x="5022649" y="2149105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¿</a:t>
            </a:r>
            <a:r>
              <a:rPr lang="en-US" sz="1600" b="1" dirty="0" err="1">
                <a:solidFill>
                  <a:schemeClr val="tx2"/>
                </a:solidFill>
              </a:rPr>
              <a:t>Quién</a:t>
            </a:r>
            <a:r>
              <a:rPr lang="en-US" sz="1600" b="1" dirty="0">
                <a:solidFill>
                  <a:schemeClr val="tx2"/>
                </a:solidFill>
              </a:rPr>
              <a:t> es </a:t>
            </a:r>
            <a:r>
              <a:rPr lang="en-US" sz="1600" b="1" dirty="0" err="1">
                <a:solidFill>
                  <a:schemeClr val="tx2"/>
                </a:solidFill>
              </a:rPr>
              <a:t>el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b="1" dirty="0" err="1">
                <a:solidFill>
                  <a:schemeClr val="tx2"/>
                </a:solidFill>
              </a:rPr>
              <a:t>siguiente</a:t>
            </a: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5C787-517C-F990-25F3-F874CF1D191C}"/>
              </a:ext>
            </a:extLst>
          </p:cNvPr>
          <p:cNvSpPr txBox="1"/>
          <p:nvPr/>
        </p:nvSpPr>
        <p:spPr>
          <a:xfrm>
            <a:off x="2688571" y="4196321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¿Hay </a:t>
            </a:r>
            <a:r>
              <a:rPr lang="en-US" sz="1600" b="1" dirty="0" err="1">
                <a:solidFill>
                  <a:schemeClr val="tx2"/>
                </a:solidFill>
              </a:rPr>
              <a:t>gente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b="1" dirty="0" err="1">
                <a:solidFill>
                  <a:schemeClr val="tx2"/>
                </a:solidFill>
              </a:rPr>
              <a:t>esperando</a:t>
            </a: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3824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4EA5-2CE9-169C-5CAD-D4C06A89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0B987BB-BAC0-9F7B-D2D6-98F6BF8F9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D84D09B8-8C39-E658-F096-267AA1ECD3F1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Planteamiento del problema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66022A5D-D866-7059-CC52-DF149C19B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3A118AC8-EDB6-551E-68B3-01B031CC4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FB2DCD2-9057-940E-7071-2AD4EB09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551468"/>
            <a:ext cx="7700227" cy="3755065"/>
          </a:xfrm>
        </p:spPr>
        <p:txBody>
          <a:bodyPr anchor="ctr"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b="0" dirty="0">
                <a:solidFill>
                  <a:srgbClr val="404040"/>
                </a:solidFill>
                <a:latin typeface="Calibri" panose="020F0502020204030204" pitchFamily="34" charset="0"/>
              </a:rPr>
              <a:t>¿Qué estructuras se necesitan?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b="0" dirty="0">
                <a:solidFill>
                  <a:srgbClr val="404040"/>
                </a:solidFill>
                <a:latin typeface="Calibri" panose="020F0502020204030204" pitchFamily="34" charset="0"/>
              </a:rPr>
              <a:t>¿Cómo se modela la prioridad?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b="0" dirty="0">
                <a:solidFill>
                  <a:srgbClr val="404040"/>
                </a:solidFill>
                <a:latin typeface="Calibri" panose="020F0502020204030204" pitchFamily="34" charset="0"/>
              </a:rPr>
              <a:t>¿Cómo se modelan las colas?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b="0" dirty="0">
                <a:solidFill>
                  <a:srgbClr val="404040"/>
                </a:solidFill>
                <a:latin typeface="Calibri" panose="020F0502020204030204" pitchFamily="34" charset="0"/>
              </a:rPr>
              <a:t>¿Qué funciones tengo que implementar?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b="0" dirty="0">
                <a:solidFill>
                  <a:srgbClr val="404040"/>
                </a:solidFill>
                <a:latin typeface="Calibri" panose="020F0502020204030204" pitchFamily="34" charset="0"/>
              </a:rPr>
              <a:t>¿Tengo que desarrollar una unidad? ¿Tengo que usar una unidad?</a:t>
            </a:r>
          </a:p>
        </p:txBody>
      </p:sp>
    </p:spTree>
    <p:extLst>
      <p:ext uri="{BB962C8B-B14F-4D97-AF65-F5344CB8AC3E}">
        <p14:creationId xmlns:p14="http://schemas.microsoft.com/office/powerpoint/2010/main" val="3856180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B01F-FB34-FC74-1168-573E5255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3C3E24D-7556-B886-7E8C-D85294D63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2A82F74B-019B-09EF-51F0-B9A6297901E6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Otras cuestiones…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8DDCAEFF-2A89-45A7-A2BB-E4E44883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AB870A33-8667-2B0A-5CAF-27A264A19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05B0593-D9CC-E66F-B23F-2A8058D16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232345"/>
            <a:ext cx="7700227" cy="3755065"/>
          </a:xfrm>
        </p:spPr>
        <p:txBody>
          <a:bodyPr anchor="t"/>
          <a:lstStyle/>
          <a:p>
            <a:pPr algn="l"/>
            <a:r>
              <a:rPr lang="es-ES" sz="2800" b="0" dirty="0">
                <a:solidFill>
                  <a:srgbClr val="404040"/>
                </a:solidFill>
                <a:latin typeface="Calibri" panose="020F0502020204030204" pitchFamily="34" charset="0"/>
              </a:rPr>
              <a:t>Y si en vez de 3 colas tuviese, 4,5, o fuese indeterminado. ¿Cómo se podría implementar para que fuese escalable?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2246DF-3750-B5D3-0347-4EC496C6CE17}"/>
              </a:ext>
            </a:extLst>
          </p:cNvPr>
          <p:cNvGrpSpPr/>
          <p:nvPr/>
        </p:nvGrpSpPr>
        <p:grpSpPr>
          <a:xfrm>
            <a:off x="4062742" y="3166061"/>
            <a:ext cx="1078061" cy="711054"/>
            <a:chOff x="2500865" y="1622498"/>
            <a:chExt cx="4553590" cy="30026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D1AC1BC-65AC-8AFD-AB56-590D8212DAD8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09FCDE-38B7-8B6A-392A-CF640B735623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D666A5-C06B-EB18-6B7A-85F4884BDA71}"/>
                </a:ext>
              </a:extLst>
            </p:cNvPr>
            <p:cNvSpPr/>
            <p:nvPr/>
          </p:nvSpPr>
          <p:spPr>
            <a:xfrm>
              <a:off x="2500865" y="3933288"/>
              <a:ext cx="4553590" cy="69189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F6CADB-0906-D900-4318-9A0FD63310FD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1446234" y="3247984"/>
            <a:ext cx="2616508" cy="974554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5D4EB04-9352-9377-90B9-204BCE712765}"/>
              </a:ext>
            </a:extLst>
          </p:cNvPr>
          <p:cNvSpPr/>
          <p:nvPr/>
        </p:nvSpPr>
        <p:spPr>
          <a:xfrm>
            <a:off x="405078" y="3830162"/>
            <a:ext cx="1041156" cy="7847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Triaje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14AD7-2211-FD17-4920-F7AEDAAA7E88}"/>
              </a:ext>
            </a:extLst>
          </p:cNvPr>
          <p:cNvSpPr/>
          <p:nvPr/>
        </p:nvSpPr>
        <p:spPr>
          <a:xfrm>
            <a:off x="7716177" y="3830162"/>
            <a:ext cx="1176210" cy="7847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Consulta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CEB512-B4F0-7361-A671-624F2DE3FB09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 flipV="1">
            <a:off x="1446234" y="3521589"/>
            <a:ext cx="2616508" cy="70094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8147F-D3DB-05A8-8133-F4E999FCDA7C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1446234" y="3795193"/>
            <a:ext cx="2616508" cy="42734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1C9260-0028-AD04-5948-A9198F09D219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5140803" y="3795193"/>
            <a:ext cx="2575374" cy="42734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96F269-670E-BE3A-2CEC-583F1192AA8B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flipH="1" flipV="1">
            <a:off x="5140803" y="3247984"/>
            <a:ext cx="2575374" cy="974554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6973F1-61D4-7D96-1802-3217CA14F6B6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 flipV="1">
            <a:off x="5140803" y="3521589"/>
            <a:ext cx="2575374" cy="70094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FAA272C-ECDC-14F1-3E42-4F0EE71E52CB}"/>
              </a:ext>
            </a:extLst>
          </p:cNvPr>
          <p:cNvSpPr/>
          <p:nvPr/>
        </p:nvSpPr>
        <p:spPr>
          <a:xfrm>
            <a:off x="2683554" y="2737648"/>
            <a:ext cx="3681876" cy="2969777"/>
          </a:xfrm>
          <a:prstGeom prst="rect">
            <a:avLst/>
          </a:prstGeom>
          <a:solidFill>
            <a:srgbClr val="EEA7AA">
              <a:alpha val="21176"/>
            </a:srgbClr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Nuestro software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E3ECC6-23C3-2C71-3861-86D275DDFB02}"/>
              </a:ext>
            </a:extLst>
          </p:cNvPr>
          <p:cNvSpPr txBox="1"/>
          <p:nvPr/>
        </p:nvSpPr>
        <p:spPr>
          <a:xfrm>
            <a:off x="2756271" y="3580792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Meter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A3600-7A07-9E8C-EA4C-94D3E0C56E45}"/>
              </a:ext>
            </a:extLst>
          </p:cNvPr>
          <p:cNvSpPr txBox="1"/>
          <p:nvPr/>
        </p:nvSpPr>
        <p:spPr>
          <a:xfrm>
            <a:off x="5489338" y="4703778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chemeClr val="tx2"/>
                </a:solidFill>
              </a:rPr>
              <a:t>Sacar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3DE64-E236-C04D-B465-50E9D09F5C2E}"/>
              </a:ext>
            </a:extLst>
          </p:cNvPr>
          <p:cNvSpPr txBox="1"/>
          <p:nvPr/>
        </p:nvSpPr>
        <p:spPr>
          <a:xfrm>
            <a:off x="5022649" y="3229201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¿</a:t>
            </a:r>
            <a:r>
              <a:rPr lang="en-US" sz="1600" b="1" dirty="0" err="1">
                <a:solidFill>
                  <a:schemeClr val="tx2"/>
                </a:solidFill>
              </a:rPr>
              <a:t>Quién</a:t>
            </a:r>
            <a:r>
              <a:rPr lang="en-US" sz="1600" b="1" dirty="0">
                <a:solidFill>
                  <a:schemeClr val="tx2"/>
                </a:solidFill>
              </a:rPr>
              <a:t> es </a:t>
            </a:r>
            <a:r>
              <a:rPr lang="en-US" sz="1600" b="1" dirty="0" err="1">
                <a:solidFill>
                  <a:schemeClr val="tx2"/>
                </a:solidFill>
              </a:rPr>
              <a:t>el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b="1" dirty="0" err="1">
                <a:solidFill>
                  <a:schemeClr val="tx2"/>
                </a:solidFill>
              </a:rPr>
              <a:t>siguiente</a:t>
            </a: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A74FCC-9A43-AADC-5383-398E62A4E21B}"/>
              </a:ext>
            </a:extLst>
          </p:cNvPr>
          <p:cNvSpPr txBox="1"/>
          <p:nvPr/>
        </p:nvSpPr>
        <p:spPr>
          <a:xfrm>
            <a:off x="2688571" y="5276417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¿Hay </a:t>
            </a:r>
            <a:r>
              <a:rPr lang="en-US" sz="1600" b="1" dirty="0" err="1">
                <a:solidFill>
                  <a:schemeClr val="tx2"/>
                </a:solidFill>
              </a:rPr>
              <a:t>gente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b="1" dirty="0" err="1">
                <a:solidFill>
                  <a:schemeClr val="tx2"/>
                </a:solidFill>
              </a:rPr>
              <a:t>esperando</a:t>
            </a:r>
            <a:r>
              <a:rPr lang="en-US" sz="1600" b="1" dirty="0">
                <a:solidFill>
                  <a:schemeClr val="tx2"/>
                </a:solidFill>
              </a:rPr>
              <a:t>?</a:t>
            </a:r>
            <a:endParaRPr lang="en-US" sz="16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2A31D2-91B8-C3FF-8185-F8A4076DFD72}"/>
              </a:ext>
            </a:extLst>
          </p:cNvPr>
          <p:cNvGrpSpPr/>
          <p:nvPr/>
        </p:nvGrpSpPr>
        <p:grpSpPr>
          <a:xfrm>
            <a:off x="4062742" y="3976425"/>
            <a:ext cx="1078061" cy="1011767"/>
            <a:chOff x="2500865" y="1622498"/>
            <a:chExt cx="4553590" cy="427255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FDAA47F-BCF9-43BA-E523-94EDA6E1A0B4}"/>
                </a:ext>
              </a:extLst>
            </p:cNvPr>
            <p:cNvSpPr/>
            <p:nvPr/>
          </p:nvSpPr>
          <p:spPr>
            <a:xfrm>
              <a:off x="2500865" y="2777893"/>
              <a:ext cx="4553590" cy="69189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A82B3B4-384B-C909-90B7-7FD08FBF8658}"/>
                </a:ext>
              </a:extLst>
            </p:cNvPr>
            <p:cNvSpPr/>
            <p:nvPr/>
          </p:nvSpPr>
          <p:spPr>
            <a:xfrm>
              <a:off x="2500865" y="1622498"/>
              <a:ext cx="4553590" cy="69189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8CFEB8-C4E9-545D-117E-6872C095070B}"/>
                </a:ext>
              </a:extLst>
            </p:cNvPr>
            <p:cNvSpPr/>
            <p:nvPr/>
          </p:nvSpPr>
          <p:spPr>
            <a:xfrm>
              <a:off x="2500865" y="5203156"/>
              <a:ext cx="4553590" cy="691895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EDFBAA-4ABC-794A-3758-F709EB1FD72C}"/>
              </a:ext>
            </a:extLst>
          </p:cNvPr>
          <p:cNvCxnSpPr>
            <a:cxnSpLocks/>
            <a:stCxn id="7" idx="3"/>
            <a:endCxn id="23" idx="1"/>
          </p:cNvCxnSpPr>
          <p:nvPr/>
        </p:nvCxnSpPr>
        <p:spPr>
          <a:xfrm flipV="1">
            <a:off x="1446234" y="4058348"/>
            <a:ext cx="2616508" cy="16419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6027BF-BD92-09BD-36C4-452A001F3329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446234" y="4222538"/>
            <a:ext cx="2616508" cy="10941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65516B-C076-870F-4DF2-83F854E7AFF6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446234" y="4222538"/>
            <a:ext cx="2616508" cy="68373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4CECEE-8599-B2CB-657A-12A8E556B588}"/>
              </a:ext>
            </a:extLst>
          </p:cNvPr>
          <p:cNvCxnSpPr>
            <a:cxnSpLocks/>
            <a:stCxn id="9" idx="1"/>
            <a:endCxn id="23" idx="3"/>
          </p:cNvCxnSpPr>
          <p:nvPr/>
        </p:nvCxnSpPr>
        <p:spPr>
          <a:xfrm flipH="1" flipV="1">
            <a:off x="5140803" y="4058348"/>
            <a:ext cx="2575374" cy="16419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E45E3A-7FA1-4E9A-2216-805800F4FFA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5140803" y="4224974"/>
            <a:ext cx="2538449" cy="10697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73D936B-EF17-854E-D31B-33EC5D8D23F4}"/>
              </a:ext>
            </a:extLst>
          </p:cNvPr>
          <p:cNvCxnSpPr>
            <a:cxnSpLocks/>
            <a:stCxn id="9" idx="1"/>
            <a:endCxn id="24" idx="3"/>
          </p:cNvCxnSpPr>
          <p:nvPr/>
        </p:nvCxnSpPr>
        <p:spPr>
          <a:xfrm flipH="1">
            <a:off x="5140803" y="4222538"/>
            <a:ext cx="2575374" cy="68373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730351A-C89C-3DE3-A178-599B6624987B}"/>
              </a:ext>
            </a:extLst>
          </p:cNvPr>
          <p:cNvSpPr txBox="1"/>
          <p:nvPr/>
        </p:nvSpPr>
        <p:spPr>
          <a:xfrm>
            <a:off x="4227862" y="440623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¿….?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05B14E6-0611-2050-462B-AF0A490AF9ED}"/>
              </a:ext>
            </a:extLst>
          </p:cNvPr>
          <p:cNvCxnSpPr>
            <a:cxnSpLocks/>
            <a:stCxn id="7" idx="3"/>
            <a:endCxn id="43" idx="1"/>
          </p:cNvCxnSpPr>
          <p:nvPr/>
        </p:nvCxnSpPr>
        <p:spPr>
          <a:xfrm>
            <a:off x="1446234" y="4222538"/>
            <a:ext cx="2781628" cy="36835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31E5575-AF80-38C9-93D0-B9E708B636F1}"/>
              </a:ext>
            </a:extLst>
          </p:cNvPr>
          <p:cNvCxnSpPr>
            <a:cxnSpLocks/>
            <a:stCxn id="43" idx="3"/>
            <a:endCxn id="9" idx="1"/>
          </p:cNvCxnSpPr>
          <p:nvPr/>
        </p:nvCxnSpPr>
        <p:spPr>
          <a:xfrm flipV="1">
            <a:off x="4976785" y="4222538"/>
            <a:ext cx="2739392" cy="36835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08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4F77-39B7-530D-35BF-7F84F006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A8B964F-3655-CBE3-5B2D-449FEA38B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6" y="5856288"/>
            <a:ext cx="9159875" cy="1001712"/>
          </a:xfrm>
          <a:prstGeom prst="rect">
            <a:avLst/>
          </a:prstGeom>
          <a:solidFill>
            <a:srgbClr val="0D0D0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39999" dist="23000" algn="bl" rotWithShape="0">
              <a:srgbClr val="808080">
                <a:alpha val="39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Subtítulo 2">
            <a:extLst>
              <a:ext uri="{FF2B5EF4-FFF2-40B4-BE49-F238E27FC236}">
                <a16:creationId xmlns:a16="http://schemas.microsoft.com/office/drawing/2014/main" id="{913CFDD0-657A-2220-E098-3523C2C75604}"/>
              </a:ext>
            </a:extLst>
          </p:cNvPr>
          <p:cNvSpPr txBox="1">
            <a:spLocks/>
          </p:cNvSpPr>
          <p:nvPr/>
        </p:nvSpPr>
        <p:spPr bwMode="auto">
          <a:xfrm>
            <a:off x="-15875" y="0"/>
            <a:ext cx="9159875" cy="931863"/>
          </a:xfrm>
          <a:prstGeom prst="rect">
            <a:avLst/>
          </a:prstGeom>
          <a:solidFill>
            <a:srgbClr val="D128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alt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	</a:t>
            </a:r>
            <a:r>
              <a:rPr kumimoji="0" lang="es-ES" alt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 Otras variantes para practicar</a:t>
            </a:r>
          </a:p>
        </p:txBody>
      </p:sp>
      <p:sp>
        <p:nvSpPr>
          <p:cNvPr id="13317" name="CuadroTexto 12">
            <a:extLst>
              <a:ext uri="{FF2B5EF4-FFF2-40B4-BE49-F238E27FC236}">
                <a16:creationId xmlns:a16="http://schemas.microsoft.com/office/drawing/2014/main" id="{F64A4100-D226-49CB-72FD-AE5B62038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6343650"/>
            <a:ext cx="3298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" charset="0"/>
                <a:ea typeface="MS PGothic" panose="020B0600070205080204" pitchFamily="34" charset="-128"/>
                <a:cs typeface="+mn-cs"/>
              </a:rPr>
              <a:t>Grado en Ingeniería del Software</a:t>
            </a:r>
          </a:p>
        </p:txBody>
      </p:sp>
      <p:pic>
        <p:nvPicPr>
          <p:cNvPr id="13318" name="Imagen 13" descr="logoURJCnegativo1.eps">
            <a:extLst>
              <a:ext uri="{FF2B5EF4-FFF2-40B4-BE49-F238E27FC236}">
                <a16:creationId xmlns:a16="http://schemas.microsoft.com/office/drawing/2014/main" id="{91AE05C4-94A6-AAD2-D571-87CFE6570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6038850"/>
            <a:ext cx="1423988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1815076A-06CF-C792-9A9D-4A1DE2A2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9" y="1551468"/>
            <a:ext cx="8250901" cy="3755065"/>
          </a:xfrm>
        </p:spPr>
        <p:txBody>
          <a:bodyPr anchor="ctr"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b="0" dirty="0">
                <a:solidFill>
                  <a:srgbClr val="404040"/>
                </a:solidFill>
                <a:latin typeface="Calibri" panose="020F0502020204030204" pitchFamily="34" charset="0"/>
              </a:rPr>
              <a:t>Pacientes VIP: sin crear más colas, hay pacientes de máxima prioridad que cuando llegan son atendidos inmediatamente. Entran justo tras el paciente actual (si lo hay, si no, entran y son atendidos directamente).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b="0" dirty="0">
                <a:solidFill>
                  <a:srgbClr val="404040"/>
                </a:solidFill>
                <a:latin typeface="Calibri" panose="020F0502020204030204" pitchFamily="34" charset="0"/>
              </a:rPr>
              <a:t>Pacientes que se marchan: pacientes que se cansan de esperar y deciden irse a casa.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b="0" dirty="0">
                <a:solidFill>
                  <a:srgbClr val="404040"/>
                </a:solidFill>
                <a:latin typeface="Calibri" panose="020F0502020204030204" pitchFamily="34" charset="0"/>
              </a:rPr>
              <a:t>Varios facultativos: En vez de una cola común, habrá una cola por cada médico en el sistema. En este modelo el </a:t>
            </a:r>
            <a:r>
              <a:rPr lang="es-ES" b="0" dirty="0" err="1">
                <a:solidFill>
                  <a:srgbClr val="404040"/>
                </a:solidFill>
                <a:latin typeface="Calibri" panose="020F0502020204030204" pitchFamily="34" charset="0"/>
              </a:rPr>
              <a:t>triaje</a:t>
            </a:r>
            <a:r>
              <a:rPr lang="es-ES" b="0" dirty="0">
                <a:solidFill>
                  <a:srgbClr val="404040"/>
                </a:solidFill>
                <a:latin typeface="Calibri" panose="020F0502020204030204" pitchFamily="34" charset="0"/>
              </a:rPr>
              <a:t> determina la gravedad del paciente y le asigna un médico (que será el que tenga menor ocupación).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b="0" dirty="0">
                <a:solidFill>
                  <a:srgbClr val="404040"/>
                </a:solidFill>
                <a:latin typeface="Calibri" panose="020F0502020204030204" pitchFamily="34" charset="0"/>
              </a:rPr>
              <a:t>Pacientes con cambio de prioridad: pacientes que cambian de cola porque su estado empeora durante la espera.</a:t>
            </a:r>
          </a:p>
        </p:txBody>
      </p:sp>
    </p:spTree>
    <p:extLst>
      <p:ext uri="{BB962C8B-B14F-4D97-AF65-F5344CB8AC3E}">
        <p14:creationId xmlns:p14="http://schemas.microsoft.com/office/powerpoint/2010/main" val="727076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senc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84c4ea-370d-4b9e-830c-756f8bf1b51f}" enabled="0" method="" siteId="{5f84c4ea-370d-4b9e-830c-756f8bf1b5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642</Words>
  <Application>Microsoft Office PowerPoint</Application>
  <PresentationFormat>Presentación en pantalla (4:3)</PresentationFormat>
  <Paragraphs>151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Aptos</vt:lpstr>
      <vt:lpstr>Arial</vt:lpstr>
      <vt:lpstr>Arial Black</vt:lpstr>
      <vt:lpstr>Calibri</vt:lpstr>
      <vt:lpstr>Gill Sans</vt:lpstr>
      <vt:lpstr>Segoe Sans</vt:lpstr>
      <vt:lpstr>Esencial</vt:lpstr>
      <vt:lpstr>1_Esencial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Cavero Díaz</dc:creator>
  <cp:lastModifiedBy>Salvador Sánchez Alonso</cp:lastModifiedBy>
  <cp:revision>6</cp:revision>
  <dcterms:created xsi:type="dcterms:W3CDTF">2025-02-26T18:44:20Z</dcterms:created>
  <dcterms:modified xsi:type="dcterms:W3CDTF">2026-02-26T10:57:38Z</dcterms:modified>
</cp:coreProperties>
</file>