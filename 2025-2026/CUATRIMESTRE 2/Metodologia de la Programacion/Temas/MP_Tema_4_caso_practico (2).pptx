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371" r:id="rId4"/>
    <p:sldId id="338" r:id="rId5"/>
    <p:sldId id="372" r:id="rId6"/>
    <p:sldId id="373" r:id="rId7"/>
    <p:sldId id="374" r:id="rId8"/>
    <p:sldId id="375" r:id="rId9"/>
    <p:sldId id="376" r:id="rId10"/>
    <p:sldId id="377" r:id="rId11"/>
    <p:sldId id="362" r:id="rId12"/>
  </p:sldIdLst>
  <p:sldSz cx="9144000" cy="6858000" type="screen4x3"/>
  <p:notesSz cx="7099300" cy="10234613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002060"/>
    <a:srgbClr val="C0504D"/>
    <a:srgbClr val="EBF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20EAB-625C-42E8-93EC-7C86E0AC4647}" v="8" dt="2024-01-25T13:24:30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8581" autoAdjust="0"/>
  </p:normalViewPr>
  <p:slideViewPr>
    <p:cSldViewPr>
      <p:cViewPr varScale="1">
        <p:scale>
          <a:sx n="86" d="100"/>
          <a:sy n="86" d="100"/>
        </p:scale>
        <p:origin x="180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González Pardo" userId="d14e0c7e-f661-4f13-b68a-fd817babc351" providerId="ADAL" clId="{E3C9D9A1-B2F2-4196-AEC5-75EF7528FA48}"/>
    <pc:docChg chg="undo custSel addSld delSld modSld addSection delSection">
      <pc:chgData name="Antonio González Pardo" userId="d14e0c7e-f661-4f13-b68a-fd817babc351" providerId="ADAL" clId="{E3C9D9A1-B2F2-4196-AEC5-75EF7528FA48}" dt="2023-01-26T17:50:50.841" v="28" actId="2696"/>
      <pc:docMkLst>
        <pc:docMk/>
      </pc:docMkLst>
      <pc:sldChg chg="addSp modSp mod">
        <pc:chgData name="Antonio González Pardo" userId="d14e0c7e-f661-4f13-b68a-fd817babc351" providerId="ADAL" clId="{E3C9D9A1-B2F2-4196-AEC5-75EF7528FA48}" dt="2023-01-26T17:50:31.353" v="25" actId="20577"/>
        <pc:sldMkLst>
          <pc:docMk/>
          <pc:sldMk cId="0" sldId="258"/>
        </pc:sldMkLst>
        <pc:spChg chg="add mod">
          <ac:chgData name="Antonio González Pardo" userId="d14e0c7e-f661-4f13-b68a-fd817babc351" providerId="ADAL" clId="{E3C9D9A1-B2F2-4196-AEC5-75EF7528FA48}" dt="2023-01-26T17:50:31.353" v="25" actId="20577"/>
          <ac:spMkLst>
            <pc:docMk/>
            <pc:sldMk cId="0" sldId="258"/>
            <ac:spMk id="4" creationId="{F60F4007-6172-6E67-7A32-90FAE875D0DC}"/>
          </ac:spMkLst>
        </pc:spChg>
      </pc:sldChg>
      <pc:sldChg chg="modSp mod">
        <pc:chgData name="Antonio González Pardo" userId="d14e0c7e-f661-4f13-b68a-fd817babc351" providerId="ADAL" clId="{E3C9D9A1-B2F2-4196-AEC5-75EF7528FA48}" dt="2023-01-23T18:25:08.860" v="2" actId="20577"/>
        <pc:sldMkLst>
          <pc:docMk/>
          <pc:sldMk cId="3056440720" sldId="365"/>
        </pc:sldMkLst>
        <pc:spChg chg="mod">
          <ac:chgData name="Antonio González Pardo" userId="d14e0c7e-f661-4f13-b68a-fd817babc351" providerId="ADAL" clId="{E3C9D9A1-B2F2-4196-AEC5-75EF7528FA48}" dt="2023-01-23T18:25:08.860" v="2" actId="20577"/>
          <ac:spMkLst>
            <pc:docMk/>
            <pc:sldMk cId="3056440720" sldId="365"/>
            <ac:spMk id="15362" creationId="{00000000-0000-0000-0000-000000000000}"/>
          </ac:spMkLst>
        </pc:spChg>
      </pc:sldChg>
      <pc:sldChg chg="addSp delSp modSp new del mod modAnim">
        <pc:chgData name="Antonio González Pardo" userId="d14e0c7e-f661-4f13-b68a-fd817babc351" providerId="ADAL" clId="{E3C9D9A1-B2F2-4196-AEC5-75EF7528FA48}" dt="2023-01-24T09:23:43.705" v="6" actId="47"/>
        <pc:sldMkLst>
          <pc:docMk/>
          <pc:sldMk cId="1895833348" sldId="368"/>
        </pc:sldMkLst>
        <pc:spChg chg="del">
          <ac:chgData name="Antonio González Pardo" userId="d14e0c7e-f661-4f13-b68a-fd817babc351" providerId="ADAL" clId="{E3C9D9A1-B2F2-4196-AEC5-75EF7528FA48}" dt="2023-01-24T09:23:42.930" v="5" actId="478"/>
          <ac:spMkLst>
            <pc:docMk/>
            <pc:sldMk cId="1895833348" sldId="368"/>
            <ac:spMk id="3" creationId="{F358DB29-55C7-2822-1C18-F46C5B5AF762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5" creationId="{442A7A53-EDE8-446B-2A89-1B86DA8864C4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6" creationId="{CD3016DC-B1D6-CFC1-B3E6-E5367D161F1C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7" creationId="{E7A315DA-53D8-7C0E-B220-764B1ACC767A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8" creationId="{9E9DDDCB-3623-58EA-4EB0-5909E8D6E48C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9" creationId="{BA6A65B9-0767-8979-6700-183C18A0C789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10" creationId="{B92CA004-EEF9-AC56-0DCD-876044E8D62A}"/>
          </ac:spMkLst>
        </pc:spChg>
        <pc:spChg chg="add mod">
          <ac:chgData name="Antonio González Pardo" userId="d14e0c7e-f661-4f13-b68a-fd817babc351" providerId="ADAL" clId="{E3C9D9A1-B2F2-4196-AEC5-75EF7528FA48}" dt="2023-01-24T09:23:32.197" v="4"/>
          <ac:spMkLst>
            <pc:docMk/>
            <pc:sldMk cId="1895833348" sldId="368"/>
            <ac:spMk id="11" creationId="{936FC70D-35D0-627E-31CD-83AD5D724F43}"/>
          </ac:spMkLst>
        </pc:spChg>
        <pc:cxnChg chg="add mod">
          <ac:chgData name="Antonio González Pardo" userId="d14e0c7e-f661-4f13-b68a-fd817babc351" providerId="ADAL" clId="{E3C9D9A1-B2F2-4196-AEC5-75EF7528FA48}" dt="2023-01-24T09:23:32.197" v="4"/>
          <ac:cxnSpMkLst>
            <pc:docMk/>
            <pc:sldMk cId="1895833348" sldId="368"/>
            <ac:cxnSpMk id="12" creationId="{4CEBD60F-B120-A285-1977-B83DC67DED23}"/>
          </ac:cxnSpMkLst>
        </pc:cxnChg>
        <pc:cxnChg chg="add mod">
          <ac:chgData name="Antonio González Pardo" userId="d14e0c7e-f661-4f13-b68a-fd817babc351" providerId="ADAL" clId="{E3C9D9A1-B2F2-4196-AEC5-75EF7528FA48}" dt="2023-01-24T09:23:32.197" v="4"/>
          <ac:cxnSpMkLst>
            <pc:docMk/>
            <pc:sldMk cId="1895833348" sldId="368"/>
            <ac:cxnSpMk id="13" creationId="{24C91F81-5C67-852A-A8ED-04C372B73EA5}"/>
          </ac:cxnSpMkLst>
        </pc:cxnChg>
        <pc:cxnChg chg="add mod">
          <ac:chgData name="Antonio González Pardo" userId="d14e0c7e-f661-4f13-b68a-fd817babc351" providerId="ADAL" clId="{E3C9D9A1-B2F2-4196-AEC5-75EF7528FA48}" dt="2023-01-24T09:23:32.197" v="4"/>
          <ac:cxnSpMkLst>
            <pc:docMk/>
            <pc:sldMk cId="1895833348" sldId="368"/>
            <ac:cxnSpMk id="14" creationId="{8CF5DD9A-1C94-9D45-2D3A-622E8A90C765}"/>
          </ac:cxnSpMkLst>
        </pc:cxnChg>
        <pc:cxnChg chg="add mod">
          <ac:chgData name="Antonio González Pardo" userId="d14e0c7e-f661-4f13-b68a-fd817babc351" providerId="ADAL" clId="{E3C9D9A1-B2F2-4196-AEC5-75EF7528FA48}" dt="2023-01-24T09:23:32.197" v="4"/>
          <ac:cxnSpMkLst>
            <pc:docMk/>
            <pc:sldMk cId="1895833348" sldId="368"/>
            <ac:cxnSpMk id="15" creationId="{D5223DE6-190D-0459-9813-E6997B66BBCA}"/>
          </ac:cxnSpMkLst>
        </pc:cxnChg>
        <pc:cxnChg chg="add mod">
          <ac:chgData name="Antonio González Pardo" userId="d14e0c7e-f661-4f13-b68a-fd817babc351" providerId="ADAL" clId="{E3C9D9A1-B2F2-4196-AEC5-75EF7528FA48}" dt="2023-01-24T09:23:32.197" v="4"/>
          <ac:cxnSpMkLst>
            <pc:docMk/>
            <pc:sldMk cId="1895833348" sldId="368"/>
            <ac:cxnSpMk id="16" creationId="{8A75E3EB-2940-887B-8B9C-09A0FF902697}"/>
          </ac:cxnSpMkLst>
        </pc:cxnChg>
        <pc:cxnChg chg="add mod">
          <ac:chgData name="Antonio González Pardo" userId="d14e0c7e-f661-4f13-b68a-fd817babc351" providerId="ADAL" clId="{E3C9D9A1-B2F2-4196-AEC5-75EF7528FA48}" dt="2023-01-24T09:23:32.197" v="4"/>
          <ac:cxnSpMkLst>
            <pc:docMk/>
            <pc:sldMk cId="1895833348" sldId="368"/>
            <ac:cxnSpMk id="17" creationId="{0A02C7F6-9498-CC1F-13AA-9DE2FF927C84}"/>
          </ac:cxnSpMkLst>
        </pc:cxnChg>
      </pc:sldChg>
      <pc:sldChg chg="new del">
        <pc:chgData name="Antonio González Pardo" userId="d14e0c7e-f661-4f13-b68a-fd817babc351" providerId="ADAL" clId="{E3C9D9A1-B2F2-4196-AEC5-75EF7528FA48}" dt="2023-01-24T10:02:50.300" v="23" actId="47"/>
        <pc:sldMkLst>
          <pc:docMk/>
          <pc:sldMk cId="4156902217" sldId="368"/>
        </pc:sldMkLst>
      </pc:sldChg>
      <pc:sldChg chg="addSp delSp modSp add del mod modAnim">
        <pc:chgData name="Antonio González Pardo" userId="d14e0c7e-f661-4f13-b68a-fd817babc351" providerId="ADAL" clId="{E3C9D9A1-B2F2-4196-AEC5-75EF7528FA48}" dt="2023-01-26T17:50:50.841" v="28" actId="2696"/>
        <pc:sldMkLst>
          <pc:docMk/>
          <pc:sldMk cId="730997012" sldId="369"/>
        </pc:sldMkLst>
        <pc:spChg chg="add del mod">
          <ac:chgData name="Antonio González Pardo" userId="d14e0c7e-f661-4f13-b68a-fd817babc351" providerId="ADAL" clId="{E3C9D9A1-B2F2-4196-AEC5-75EF7528FA48}" dt="2023-01-24T10:02:43.893" v="11" actId="478"/>
          <ac:spMkLst>
            <pc:docMk/>
            <pc:sldMk cId="730997012" sldId="369"/>
            <ac:spMk id="4" creationId="{CB9140AB-697F-BAD1-A7C2-EEA3942888AC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8" creationId="{FB1F0F15-93AB-4786-6F3F-8BD9A6B4D3A1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9" creationId="{F471D2C8-D8F5-50EB-6EDB-39855BDBD3C9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10" creationId="{B9178FD5-7F7B-CEE1-7103-03C69F08C95C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11" creationId="{ADF58875-7A33-DA1D-73D0-2B3D53012CAD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12" creationId="{48AC3C47-8F57-550B-8E84-AEA93519E6EC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13" creationId="{D8236E5E-7003-942C-1E52-834E77DB7F37}"/>
          </ac:spMkLst>
        </pc:spChg>
        <pc:spChg chg="add mod">
          <ac:chgData name="Antonio González Pardo" userId="d14e0c7e-f661-4f13-b68a-fd817babc351" providerId="ADAL" clId="{E3C9D9A1-B2F2-4196-AEC5-75EF7528FA48}" dt="2023-01-24T10:02:47.649" v="22" actId="1036"/>
          <ac:spMkLst>
            <pc:docMk/>
            <pc:sldMk cId="730997012" sldId="369"/>
            <ac:spMk id="14" creationId="{D88F87F9-DE1C-BDF3-ECB3-89920CBE668F}"/>
          </ac:spMkLst>
        </pc:spChg>
        <pc:spChg chg="del">
          <ac:chgData name="Antonio González Pardo" userId="d14e0c7e-f661-4f13-b68a-fd817babc351" providerId="ADAL" clId="{E3C9D9A1-B2F2-4196-AEC5-75EF7528FA48}" dt="2023-01-24T10:02:40.761" v="9" actId="478"/>
          <ac:spMkLst>
            <pc:docMk/>
            <pc:sldMk cId="730997012" sldId="369"/>
            <ac:spMk id="15362" creationId="{00000000-0000-0000-0000-000000000000}"/>
          </ac:spMkLst>
        </pc:spChg>
        <pc:cxnChg chg="add mod">
          <ac:chgData name="Antonio González Pardo" userId="d14e0c7e-f661-4f13-b68a-fd817babc351" providerId="ADAL" clId="{E3C9D9A1-B2F2-4196-AEC5-75EF7528FA48}" dt="2023-01-24T10:02:47.649" v="22" actId="1036"/>
          <ac:cxnSpMkLst>
            <pc:docMk/>
            <pc:sldMk cId="730997012" sldId="369"/>
            <ac:cxnSpMk id="15" creationId="{8CC78ACC-08EC-19A3-6B52-342DF6967CC8}"/>
          </ac:cxnSpMkLst>
        </pc:cxnChg>
        <pc:cxnChg chg="add mod">
          <ac:chgData name="Antonio González Pardo" userId="d14e0c7e-f661-4f13-b68a-fd817babc351" providerId="ADAL" clId="{E3C9D9A1-B2F2-4196-AEC5-75EF7528FA48}" dt="2023-01-24T10:02:47.649" v="22" actId="1036"/>
          <ac:cxnSpMkLst>
            <pc:docMk/>
            <pc:sldMk cId="730997012" sldId="369"/>
            <ac:cxnSpMk id="16" creationId="{A720BF7B-543C-542C-EE4F-F5CFFA7E9FF6}"/>
          </ac:cxnSpMkLst>
        </pc:cxnChg>
        <pc:cxnChg chg="add mod">
          <ac:chgData name="Antonio González Pardo" userId="d14e0c7e-f661-4f13-b68a-fd817babc351" providerId="ADAL" clId="{E3C9D9A1-B2F2-4196-AEC5-75EF7528FA48}" dt="2023-01-24T10:02:47.649" v="22" actId="1036"/>
          <ac:cxnSpMkLst>
            <pc:docMk/>
            <pc:sldMk cId="730997012" sldId="369"/>
            <ac:cxnSpMk id="17" creationId="{1BF73D8D-D963-7EE0-8AEC-56F209904CB0}"/>
          </ac:cxnSpMkLst>
        </pc:cxnChg>
        <pc:cxnChg chg="add mod">
          <ac:chgData name="Antonio González Pardo" userId="d14e0c7e-f661-4f13-b68a-fd817babc351" providerId="ADAL" clId="{E3C9D9A1-B2F2-4196-AEC5-75EF7528FA48}" dt="2023-01-24T10:02:47.649" v="22" actId="1036"/>
          <ac:cxnSpMkLst>
            <pc:docMk/>
            <pc:sldMk cId="730997012" sldId="369"/>
            <ac:cxnSpMk id="18" creationId="{2C3707FE-737B-CFAA-6B35-CC106F28E90C}"/>
          </ac:cxnSpMkLst>
        </pc:cxnChg>
        <pc:cxnChg chg="add mod">
          <ac:chgData name="Antonio González Pardo" userId="d14e0c7e-f661-4f13-b68a-fd817babc351" providerId="ADAL" clId="{E3C9D9A1-B2F2-4196-AEC5-75EF7528FA48}" dt="2023-01-24T10:02:47.649" v="22" actId="1036"/>
          <ac:cxnSpMkLst>
            <pc:docMk/>
            <pc:sldMk cId="730997012" sldId="369"/>
            <ac:cxnSpMk id="19" creationId="{7EB88912-624D-6BE5-0C21-1AE8634F1027}"/>
          </ac:cxnSpMkLst>
        </pc:cxnChg>
        <pc:cxnChg chg="add mod">
          <ac:chgData name="Antonio González Pardo" userId="d14e0c7e-f661-4f13-b68a-fd817babc351" providerId="ADAL" clId="{E3C9D9A1-B2F2-4196-AEC5-75EF7528FA48}" dt="2023-01-24T10:02:47.649" v="22" actId="1036"/>
          <ac:cxnSpMkLst>
            <pc:docMk/>
            <pc:sldMk cId="730997012" sldId="369"/>
            <ac:cxnSpMk id="20" creationId="{CB3A8F27-AACB-2965-6676-48A0553F6B70}"/>
          </ac:cxnSpMkLst>
        </pc:cxnChg>
      </pc:sldChg>
    </pc:docChg>
  </pc:docChgLst>
  <pc:docChgLst>
    <pc:chgData name="Isaac Lozano Osorio" userId="S::isaac.lozano@urjc.es::505c6509-419d-4591-9c7a-14a5b3b9ad5d" providerId="AD" clId="Web-{D9126EAA-6945-FC9B-4535-FA940219A5D7}"/>
    <pc:docChg chg="modSld">
      <pc:chgData name="Isaac Lozano Osorio" userId="S::isaac.lozano@urjc.es::505c6509-419d-4591-9c7a-14a5b3b9ad5d" providerId="AD" clId="Web-{D9126EAA-6945-FC9B-4535-FA940219A5D7}" dt="2024-01-15T17:19:58.399" v="2" actId="20577"/>
      <pc:docMkLst>
        <pc:docMk/>
      </pc:docMkLst>
      <pc:sldChg chg="modSp">
        <pc:chgData name="Isaac Lozano Osorio" userId="S::isaac.lozano@urjc.es::505c6509-419d-4591-9c7a-14a5b3b9ad5d" providerId="AD" clId="Web-{D9126EAA-6945-FC9B-4535-FA940219A5D7}" dt="2024-01-15T17:19:58.399" v="2" actId="20577"/>
        <pc:sldMkLst>
          <pc:docMk/>
          <pc:sldMk cId="3056440720" sldId="365"/>
        </pc:sldMkLst>
        <pc:spChg chg="mod">
          <ac:chgData name="Isaac Lozano Osorio" userId="S::isaac.lozano@urjc.es::505c6509-419d-4591-9c7a-14a5b3b9ad5d" providerId="AD" clId="Web-{D9126EAA-6945-FC9B-4535-FA940219A5D7}" dt="2024-01-15T17:19:58.399" v="2" actId="20577"/>
          <ac:spMkLst>
            <pc:docMk/>
            <pc:sldMk cId="3056440720" sldId="365"/>
            <ac:spMk id="15362" creationId="{00000000-0000-0000-0000-000000000000}"/>
          </ac:spMkLst>
        </pc:spChg>
      </pc:sldChg>
    </pc:docChg>
  </pc:docChgLst>
  <pc:docChgLst>
    <pc:chgData name="Rubén Morante González [OGA]" userId="a320a12c-39f8-42b9-80ff-45cd308762e9" providerId="ADAL" clId="{9D220EAB-625C-42E8-93EC-7C86E0AC4647}"/>
    <pc:docChg chg="undo custSel addSld delSld modSld">
      <pc:chgData name="Rubén Morante González [OGA]" userId="a320a12c-39f8-42b9-80ff-45cd308762e9" providerId="ADAL" clId="{9D220EAB-625C-42E8-93EC-7C86E0AC4647}" dt="2024-01-25T17:50:18.085" v="3023" actId="20577"/>
      <pc:docMkLst>
        <pc:docMk/>
      </pc:docMkLst>
      <pc:sldChg chg="modSp mod">
        <pc:chgData name="Rubén Morante González [OGA]" userId="a320a12c-39f8-42b9-80ff-45cd308762e9" providerId="ADAL" clId="{9D220EAB-625C-42E8-93EC-7C86E0AC4647}" dt="2024-01-25T11:11:17.964" v="217"/>
        <pc:sldMkLst>
          <pc:docMk/>
          <pc:sldMk cId="0" sldId="256"/>
        </pc:sldMkLst>
        <pc:spChg chg="mod">
          <ac:chgData name="Rubén Morante González [OGA]" userId="a320a12c-39f8-42b9-80ff-45cd308762e9" providerId="ADAL" clId="{9D220EAB-625C-42E8-93EC-7C86E0AC4647}" dt="2024-01-25T11:09:29.844" v="198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1:11:17.964" v="217"/>
          <ac:spMkLst>
            <pc:docMk/>
            <pc:sldMk cId="0" sldId="256"/>
            <ac:spMk id="13313" creationId="{00000000-0000-0000-0000-000000000000}"/>
          </ac:spMkLst>
        </pc:spChg>
      </pc:sldChg>
      <pc:sldChg chg="modSp mod">
        <pc:chgData name="Rubén Morante González [OGA]" userId="a320a12c-39f8-42b9-80ff-45cd308762e9" providerId="ADAL" clId="{9D220EAB-625C-42E8-93EC-7C86E0AC4647}" dt="2024-01-25T11:09:56.122" v="200"/>
        <pc:sldMkLst>
          <pc:docMk/>
          <pc:sldMk cId="0" sldId="258"/>
        </pc:sldMkLst>
        <pc:spChg chg="mod">
          <ac:chgData name="Rubén Morante González [OGA]" userId="a320a12c-39f8-42b9-80ff-45cd308762e9" providerId="ADAL" clId="{9D220EAB-625C-42E8-93EC-7C86E0AC4647}" dt="2024-01-25T11:09:09.593" v="166" actId="20577"/>
          <ac:spMkLst>
            <pc:docMk/>
            <pc:sldMk cId="0" sldId="258"/>
            <ac:spMk id="4" creationId="{F60F4007-6172-6E67-7A32-90FAE875D0DC}"/>
          </ac:spMkLst>
        </pc:spChg>
        <pc:spChg chg="mod">
          <ac:chgData name="Rubén Morante González [OGA]" userId="a320a12c-39f8-42b9-80ff-45cd308762e9" providerId="ADAL" clId="{9D220EAB-625C-42E8-93EC-7C86E0AC4647}" dt="2024-01-25T11:09:56.122" v="200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Rubén Morante González [OGA]" userId="a320a12c-39f8-42b9-80ff-45cd308762e9" providerId="ADAL" clId="{9D220EAB-625C-42E8-93EC-7C86E0AC4647}" dt="2024-01-25T11:19:27.626" v="483" actId="20577"/>
        <pc:sldMkLst>
          <pc:docMk/>
          <pc:sldMk cId="0" sldId="338"/>
        </pc:sldMkLst>
        <pc:spChg chg="mod">
          <ac:chgData name="Rubén Morante González [OGA]" userId="a320a12c-39f8-42b9-80ff-45cd308762e9" providerId="ADAL" clId="{9D220EAB-625C-42E8-93EC-7C86E0AC4647}" dt="2024-01-25T11:10:12.696" v="203"/>
          <ac:spMkLst>
            <pc:docMk/>
            <pc:sldMk cId="0" sldId="338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1:19:27.626" v="483" actId="20577"/>
          <ac:spMkLst>
            <pc:docMk/>
            <pc:sldMk cId="0" sldId="338"/>
            <ac:spMk id="15362" creationId="{00000000-0000-0000-0000-000000000000}"/>
          </ac:spMkLst>
        </pc:spChg>
      </pc:sldChg>
      <pc:sldChg chg="modSp mod">
        <pc:chgData name="Rubén Morante González [OGA]" userId="a320a12c-39f8-42b9-80ff-45cd308762e9" providerId="ADAL" clId="{9D220EAB-625C-42E8-93EC-7C86E0AC4647}" dt="2024-01-25T12:42:40.665" v="1010" actId="20577"/>
        <pc:sldMkLst>
          <pc:docMk/>
          <pc:sldMk cId="3739692881" sldId="351"/>
        </pc:sldMkLst>
        <pc:spChg chg="mod">
          <ac:chgData name="Rubén Morante González [OGA]" userId="a320a12c-39f8-42b9-80ff-45cd308762e9" providerId="ADAL" clId="{9D220EAB-625C-42E8-93EC-7C86E0AC4647}" dt="2024-01-25T11:10:20.873" v="205"/>
          <ac:spMkLst>
            <pc:docMk/>
            <pc:sldMk cId="3739692881" sldId="351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2:42:40.665" v="1010" actId="20577"/>
          <ac:spMkLst>
            <pc:docMk/>
            <pc:sldMk cId="3739692881" sldId="351"/>
            <ac:spMk id="15362" creationId="{00000000-0000-0000-0000-000000000000}"/>
          </ac:spMkLst>
        </pc:spChg>
      </pc:sldChg>
      <pc:sldChg chg="modSp mod">
        <pc:chgData name="Rubén Morante González [OGA]" userId="a320a12c-39f8-42b9-80ff-45cd308762e9" providerId="ADAL" clId="{9D220EAB-625C-42E8-93EC-7C86E0AC4647}" dt="2024-01-25T12:58:59.365" v="1911" actId="14734"/>
        <pc:sldMkLst>
          <pc:docMk/>
          <pc:sldMk cId="3293224572" sldId="356"/>
        </pc:sldMkLst>
        <pc:spChg chg="mod">
          <ac:chgData name="Rubén Morante González [OGA]" userId="a320a12c-39f8-42b9-80ff-45cd308762e9" providerId="ADAL" clId="{9D220EAB-625C-42E8-93EC-7C86E0AC4647}" dt="2024-01-25T11:10:37.173" v="208"/>
          <ac:spMkLst>
            <pc:docMk/>
            <pc:sldMk cId="3293224572" sldId="356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2:56:53.976" v="1845" actId="20577"/>
          <ac:spMkLst>
            <pc:docMk/>
            <pc:sldMk cId="3293224572" sldId="356"/>
            <ac:spMk id="15362" creationId="{00000000-0000-0000-0000-000000000000}"/>
          </ac:spMkLst>
        </pc:spChg>
        <pc:graphicFrameChg chg="modGraphic">
          <ac:chgData name="Rubén Morante González [OGA]" userId="a320a12c-39f8-42b9-80ff-45cd308762e9" providerId="ADAL" clId="{9D220EAB-625C-42E8-93EC-7C86E0AC4647}" dt="2024-01-25T12:58:59.365" v="1911" actId="14734"/>
          <ac:graphicFrameMkLst>
            <pc:docMk/>
            <pc:sldMk cId="3293224572" sldId="356"/>
            <ac:graphicFrameMk id="4" creationId="{0625AD3F-4AA1-4402-8C61-ADEAA95F87DA}"/>
          </ac:graphicFrameMkLst>
        </pc:graphicFrameChg>
      </pc:sldChg>
      <pc:sldChg chg="modSp mod">
        <pc:chgData name="Rubén Morante González [OGA]" userId="a320a12c-39f8-42b9-80ff-45cd308762e9" providerId="ADAL" clId="{9D220EAB-625C-42E8-93EC-7C86E0AC4647}" dt="2024-01-25T17:50:18.085" v="3023" actId="20577"/>
        <pc:sldMkLst>
          <pc:docMk/>
          <pc:sldMk cId="3643213673" sldId="357"/>
        </pc:sldMkLst>
        <pc:spChg chg="mod">
          <ac:chgData name="Rubén Morante González [OGA]" userId="a320a12c-39f8-42b9-80ff-45cd308762e9" providerId="ADAL" clId="{9D220EAB-625C-42E8-93EC-7C86E0AC4647}" dt="2024-01-25T11:10:26.273" v="206"/>
          <ac:spMkLst>
            <pc:docMk/>
            <pc:sldMk cId="3643213673" sldId="357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7:50:18.085" v="3023" actId="20577"/>
          <ac:spMkLst>
            <pc:docMk/>
            <pc:sldMk cId="3643213673" sldId="357"/>
            <ac:spMk id="15362" creationId="{00000000-0000-0000-0000-000000000000}"/>
          </ac:spMkLst>
        </pc:spChg>
      </pc:sldChg>
      <pc:sldChg chg="delSp modSp mod delAnim">
        <pc:chgData name="Rubén Morante González [OGA]" userId="a320a12c-39f8-42b9-80ff-45cd308762e9" providerId="ADAL" clId="{9D220EAB-625C-42E8-93EC-7C86E0AC4647}" dt="2024-01-25T12:51:51.604" v="1775" actId="20577"/>
        <pc:sldMkLst>
          <pc:docMk/>
          <pc:sldMk cId="2800281235" sldId="359"/>
        </pc:sldMkLst>
        <pc:spChg chg="mod">
          <ac:chgData name="Rubén Morante González [OGA]" userId="a320a12c-39f8-42b9-80ff-45cd308762e9" providerId="ADAL" clId="{9D220EAB-625C-42E8-93EC-7C86E0AC4647}" dt="2024-01-25T11:10:31.558" v="207"/>
          <ac:spMkLst>
            <pc:docMk/>
            <pc:sldMk cId="2800281235" sldId="359"/>
            <ac:spMk id="7" creationId="{00000000-0000-0000-0000-000000000000}"/>
          </ac:spMkLst>
        </pc:spChg>
        <pc:spChg chg="del">
          <ac:chgData name="Rubén Morante González [OGA]" userId="a320a12c-39f8-42b9-80ff-45cd308762e9" providerId="ADAL" clId="{9D220EAB-625C-42E8-93EC-7C86E0AC4647}" dt="2024-01-25T12:50:09.497" v="1655" actId="478"/>
          <ac:spMkLst>
            <pc:docMk/>
            <pc:sldMk cId="2800281235" sldId="359"/>
            <ac:spMk id="8" creationId="{96D9A3E0-C687-4CAD-B10A-3A85304438FA}"/>
          </ac:spMkLst>
        </pc:spChg>
        <pc:spChg chg="del">
          <ac:chgData name="Rubén Morante González [OGA]" userId="a320a12c-39f8-42b9-80ff-45cd308762e9" providerId="ADAL" clId="{9D220EAB-625C-42E8-93EC-7C86E0AC4647}" dt="2024-01-25T12:50:17.259" v="1658" actId="478"/>
          <ac:spMkLst>
            <pc:docMk/>
            <pc:sldMk cId="2800281235" sldId="359"/>
            <ac:spMk id="11" creationId="{D6441828-98A4-49BF-B2B6-674CA9F3E5F2}"/>
          </ac:spMkLst>
        </pc:spChg>
        <pc:spChg chg="mod">
          <ac:chgData name="Rubén Morante González [OGA]" userId="a320a12c-39f8-42b9-80ff-45cd308762e9" providerId="ADAL" clId="{9D220EAB-625C-42E8-93EC-7C86E0AC4647}" dt="2024-01-25T12:51:51.604" v="1775" actId="20577"/>
          <ac:spMkLst>
            <pc:docMk/>
            <pc:sldMk cId="2800281235" sldId="359"/>
            <ac:spMk id="15362" creationId="{00000000-0000-0000-0000-000000000000}"/>
          </ac:spMkLst>
        </pc:spChg>
        <pc:cxnChg chg="del">
          <ac:chgData name="Rubén Morante González [OGA]" userId="a320a12c-39f8-42b9-80ff-45cd308762e9" providerId="ADAL" clId="{9D220EAB-625C-42E8-93EC-7C86E0AC4647}" dt="2024-01-25T12:50:11.730" v="1656" actId="478"/>
          <ac:cxnSpMkLst>
            <pc:docMk/>
            <pc:sldMk cId="2800281235" sldId="359"/>
            <ac:cxnSpMk id="4" creationId="{1198063F-CD11-41E6-99F3-00DC1199E3AA}"/>
          </ac:cxnSpMkLst>
        </pc:cxnChg>
        <pc:cxnChg chg="del">
          <ac:chgData name="Rubén Morante González [OGA]" userId="a320a12c-39f8-42b9-80ff-45cd308762e9" providerId="ADAL" clId="{9D220EAB-625C-42E8-93EC-7C86E0AC4647}" dt="2024-01-25T12:50:14.798" v="1657" actId="478"/>
          <ac:cxnSpMkLst>
            <pc:docMk/>
            <pc:sldMk cId="2800281235" sldId="359"/>
            <ac:cxnSpMk id="10" creationId="{909676D2-FBFD-4F07-84DF-221CBD87D764}"/>
          </ac:cxnSpMkLst>
        </pc:cxnChg>
      </pc:sldChg>
      <pc:sldChg chg="modSp mod">
        <pc:chgData name="Rubén Morante González [OGA]" userId="a320a12c-39f8-42b9-80ff-45cd308762e9" providerId="ADAL" clId="{9D220EAB-625C-42E8-93EC-7C86E0AC4647}" dt="2024-01-25T11:11:24.274" v="218"/>
        <pc:sldMkLst>
          <pc:docMk/>
          <pc:sldMk cId="2766241139" sldId="362"/>
        </pc:sldMkLst>
        <pc:spChg chg="mod">
          <ac:chgData name="Rubén Morante González [OGA]" userId="a320a12c-39f8-42b9-80ff-45cd308762e9" providerId="ADAL" clId="{9D220EAB-625C-42E8-93EC-7C86E0AC4647}" dt="2024-01-25T11:11:07.939" v="215"/>
          <ac:spMkLst>
            <pc:docMk/>
            <pc:sldMk cId="2766241139" sldId="362"/>
            <ac:spMk id="9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1:11:24.274" v="218"/>
          <ac:spMkLst>
            <pc:docMk/>
            <pc:sldMk cId="2766241139" sldId="362"/>
            <ac:spMk id="13313" creationId="{00000000-0000-0000-0000-000000000000}"/>
          </ac:spMkLst>
        </pc:spChg>
      </pc:sldChg>
      <pc:sldChg chg="modSp del mod">
        <pc:chgData name="Rubén Morante González [OGA]" userId="a320a12c-39f8-42b9-80ff-45cd308762e9" providerId="ADAL" clId="{9D220EAB-625C-42E8-93EC-7C86E0AC4647}" dt="2024-01-25T11:18:08.368" v="427" actId="47"/>
        <pc:sldMkLst>
          <pc:docMk/>
          <pc:sldMk cId="3056440720" sldId="365"/>
        </pc:sldMkLst>
        <pc:spChg chg="mod">
          <ac:chgData name="Rubén Morante González [OGA]" userId="a320a12c-39f8-42b9-80ff-45cd308762e9" providerId="ADAL" clId="{9D220EAB-625C-42E8-93EC-7C86E0AC4647}" dt="2024-01-25T11:10:16.928" v="204"/>
          <ac:spMkLst>
            <pc:docMk/>
            <pc:sldMk cId="3056440720" sldId="365"/>
            <ac:spMk id="7" creationId="{00000000-0000-0000-0000-000000000000}"/>
          </ac:spMkLst>
        </pc:spChg>
      </pc:sldChg>
      <pc:sldChg chg="addSp delSp modSp mod">
        <pc:chgData name="Rubén Morante González [OGA]" userId="a320a12c-39f8-42b9-80ff-45cd308762e9" providerId="ADAL" clId="{9D220EAB-625C-42E8-93EC-7C86E0AC4647}" dt="2024-01-25T13:09:56.205" v="2187" actId="1037"/>
        <pc:sldMkLst>
          <pc:docMk/>
          <pc:sldMk cId="3292114412" sldId="367"/>
        </pc:sldMkLst>
        <pc:spChg chg="mod">
          <ac:chgData name="Rubén Morante González [OGA]" userId="a320a12c-39f8-42b9-80ff-45cd308762e9" providerId="ADAL" clId="{9D220EAB-625C-42E8-93EC-7C86E0AC4647}" dt="2024-01-25T11:10:59.946" v="213"/>
          <ac:spMkLst>
            <pc:docMk/>
            <pc:sldMk cId="3292114412" sldId="367"/>
            <ac:spMk id="7" creationId="{00000000-0000-0000-0000-000000000000}"/>
          </ac:spMkLst>
        </pc:spChg>
        <pc:spChg chg="del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9" creationId="{8442246A-F3CD-C46D-B603-2018139D737D}"/>
          </ac:spMkLst>
        </pc:spChg>
        <pc:spChg chg="del mod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10" creationId="{42D445E5-2C6D-DDF9-CBCD-D012DD3D2170}"/>
          </ac:spMkLst>
        </pc:spChg>
        <pc:spChg chg="del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11" creationId="{DC1209D7-2A43-36AF-EEB1-792D03A647B6}"/>
          </ac:spMkLst>
        </pc:spChg>
        <pc:spChg chg="del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12" creationId="{46DD1389-2ACD-0AED-2B07-EF82A6B92B32}"/>
          </ac:spMkLst>
        </pc:spChg>
        <pc:spChg chg="del">
          <ac:chgData name="Rubén Morante González [OGA]" userId="a320a12c-39f8-42b9-80ff-45cd308762e9" providerId="ADAL" clId="{9D220EAB-625C-42E8-93EC-7C86E0AC4647}" dt="2024-01-25T13:07:32.741" v="2177" actId="478"/>
          <ac:spMkLst>
            <pc:docMk/>
            <pc:sldMk cId="3292114412" sldId="367"/>
            <ac:spMk id="13" creationId="{4F0D3B6F-6F41-7FCD-4A47-3C580F854EAF}"/>
          </ac:spMkLst>
        </pc:spChg>
        <pc:spChg chg="del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21" creationId="{820E2EEA-02E6-CCD9-C3BE-2014FFBF09AC}"/>
          </ac:spMkLst>
        </pc:spChg>
        <pc:spChg chg="del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22" creationId="{0B6F86A2-7AD1-7C27-6E01-5E78A3174B95}"/>
          </ac:spMkLst>
        </pc:spChg>
        <pc:spChg chg="del">
          <ac:chgData name="Rubén Morante González [OGA]" userId="a320a12c-39f8-42b9-80ff-45cd308762e9" providerId="ADAL" clId="{9D220EAB-625C-42E8-93EC-7C86E0AC4647}" dt="2024-01-25T13:07:40.257" v="2178" actId="478"/>
          <ac:spMkLst>
            <pc:docMk/>
            <pc:sldMk cId="3292114412" sldId="367"/>
            <ac:spMk id="23" creationId="{84C32F79-4816-F61B-B537-1DC23D4882B8}"/>
          </ac:spMkLst>
        </pc:spChg>
        <pc:graphicFrameChg chg="del">
          <ac:chgData name="Rubén Morante González [OGA]" userId="a320a12c-39f8-42b9-80ff-45cd308762e9" providerId="ADAL" clId="{9D220EAB-625C-42E8-93EC-7C86E0AC4647}" dt="2024-01-25T13:07:26.206" v="2175" actId="478"/>
          <ac:graphicFrameMkLst>
            <pc:docMk/>
            <pc:sldMk cId="3292114412" sldId="367"/>
            <ac:graphicFrameMk id="3" creationId="{927DCAF2-0063-9D85-CA9F-C7FD6CF90B34}"/>
          </ac:graphicFrameMkLst>
        </pc:graphicFrameChg>
        <pc:graphicFrameChg chg="add del mod">
          <ac:chgData name="Rubén Morante González [OGA]" userId="a320a12c-39f8-42b9-80ff-45cd308762e9" providerId="ADAL" clId="{9D220EAB-625C-42E8-93EC-7C86E0AC4647}" dt="2024-01-25T13:07:48.462" v="2180" actId="478"/>
          <ac:graphicFrameMkLst>
            <pc:docMk/>
            <pc:sldMk cId="3292114412" sldId="367"/>
            <ac:graphicFrameMk id="4" creationId="{8B21C59D-826C-B5C4-EA25-4ABC0CD83C86}"/>
          </ac:graphicFrameMkLst>
        </pc:graphicFrameChg>
        <pc:picChg chg="add mod">
          <ac:chgData name="Rubén Morante González [OGA]" userId="a320a12c-39f8-42b9-80ff-45cd308762e9" providerId="ADAL" clId="{9D220EAB-625C-42E8-93EC-7C86E0AC4647}" dt="2024-01-25T13:09:56.205" v="2187" actId="1037"/>
          <ac:picMkLst>
            <pc:docMk/>
            <pc:sldMk cId="3292114412" sldId="367"/>
            <ac:picMk id="14" creationId="{D073F347-A6F4-746B-E374-E2AD97E9BE83}"/>
          </ac:picMkLst>
        </pc:picChg>
      </pc:sldChg>
      <pc:sldChg chg="modSp mod">
        <pc:chgData name="Rubén Morante González [OGA]" userId="a320a12c-39f8-42b9-80ff-45cd308762e9" providerId="ADAL" clId="{9D220EAB-625C-42E8-93EC-7C86E0AC4647}" dt="2024-01-25T13:02:15.503" v="2038" actId="6549"/>
        <pc:sldMkLst>
          <pc:docMk/>
          <pc:sldMk cId="2879601720" sldId="368"/>
        </pc:sldMkLst>
        <pc:spChg chg="mod">
          <ac:chgData name="Rubén Morante González [OGA]" userId="a320a12c-39f8-42b9-80ff-45cd308762e9" providerId="ADAL" clId="{9D220EAB-625C-42E8-93EC-7C86E0AC4647}" dt="2024-01-25T11:10:51.257" v="211"/>
          <ac:spMkLst>
            <pc:docMk/>
            <pc:sldMk cId="2879601720" sldId="368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3:02:15.503" v="2038" actId="6549"/>
          <ac:spMkLst>
            <pc:docMk/>
            <pc:sldMk cId="2879601720" sldId="368"/>
            <ac:spMk id="15362" creationId="{00000000-0000-0000-0000-000000000000}"/>
          </ac:spMkLst>
        </pc:spChg>
        <pc:graphicFrameChg chg="modGraphic">
          <ac:chgData name="Rubén Morante González [OGA]" userId="a320a12c-39f8-42b9-80ff-45cd308762e9" providerId="ADAL" clId="{9D220EAB-625C-42E8-93EC-7C86E0AC4647}" dt="2024-01-25T13:01:42.091" v="2021" actId="14734"/>
          <ac:graphicFrameMkLst>
            <pc:docMk/>
            <pc:sldMk cId="2879601720" sldId="368"/>
            <ac:graphicFrameMk id="4" creationId="{0625AD3F-4AA1-4402-8C61-ADEAA95F87DA}"/>
          </ac:graphicFrameMkLst>
        </pc:graphicFrameChg>
      </pc:sldChg>
      <pc:sldChg chg="modSp mod">
        <pc:chgData name="Rubén Morante González [OGA]" userId="a320a12c-39f8-42b9-80ff-45cd308762e9" providerId="ADAL" clId="{9D220EAB-625C-42E8-93EC-7C86E0AC4647}" dt="2024-01-25T13:06:17.899" v="2174" actId="20577"/>
        <pc:sldMkLst>
          <pc:docMk/>
          <pc:sldMk cId="3404153276" sldId="369"/>
        </pc:sldMkLst>
        <pc:spChg chg="mod">
          <ac:chgData name="Rubén Morante González [OGA]" userId="a320a12c-39f8-42b9-80ff-45cd308762e9" providerId="ADAL" clId="{9D220EAB-625C-42E8-93EC-7C86E0AC4647}" dt="2024-01-25T11:10:55.696" v="212"/>
          <ac:spMkLst>
            <pc:docMk/>
            <pc:sldMk cId="3404153276" sldId="369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3:06:17.899" v="2174" actId="20577"/>
          <ac:spMkLst>
            <pc:docMk/>
            <pc:sldMk cId="3404153276" sldId="369"/>
            <ac:spMk id="15362" creationId="{00000000-0000-0000-0000-000000000000}"/>
          </ac:spMkLst>
        </pc:spChg>
      </pc:sldChg>
      <pc:sldChg chg="modSp del mod">
        <pc:chgData name="Rubén Morante González [OGA]" userId="a320a12c-39f8-42b9-80ff-45cd308762e9" providerId="ADAL" clId="{9D220EAB-625C-42E8-93EC-7C86E0AC4647}" dt="2024-01-25T11:11:53.964" v="219" actId="47"/>
        <pc:sldMkLst>
          <pc:docMk/>
          <pc:sldMk cId="3455011316" sldId="370"/>
        </pc:sldMkLst>
        <pc:spChg chg="mod">
          <ac:chgData name="Rubén Morante González [OGA]" userId="a320a12c-39f8-42b9-80ff-45cd308762e9" providerId="ADAL" clId="{9D220EAB-625C-42E8-93EC-7C86E0AC4647}" dt="2024-01-25T11:10:01.557" v="201"/>
          <ac:spMkLst>
            <pc:docMk/>
            <pc:sldMk cId="3455011316" sldId="370"/>
            <ac:spMk id="12" creationId="{00000000-0000-0000-0000-000000000000}"/>
          </ac:spMkLst>
        </pc:spChg>
      </pc:sldChg>
      <pc:sldChg chg="modSp mod">
        <pc:chgData name="Rubén Morante González [OGA]" userId="a320a12c-39f8-42b9-80ff-45cd308762e9" providerId="ADAL" clId="{9D220EAB-625C-42E8-93EC-7C86E0AC4647}" dt="2024-01-25T11:14:17.727" v="375" actId="20577"/>
        <pc:sldMkLst>
          <pc:docMk/>
          <pc:sldMk cId="3283068285" sldId="371"/>
        </pc:sldMkLst>
        <pc:spChg chg="mod">
          <ac:chgData name="Rubén Morante González [OGA]" userId="a320a12c-39f8-42b9-80ff-45cd308762e9" providerId="ADAL" clId="{9D220EAB-625C-42E8-93EC-7C86E0AC4647}" dt="2024-01-25T11:14:17.727" v="375" actId="20577"/>
          <ac:spMkLst>
            <pc:docMk/>
            <pc:sldMk cId="3283068285" sldId="371"/>
            <ac:spMk id="4" creationId="{F60F4007-6172-6E67-7A32-90FAE875D0DC}"/>
          </ac:spMkLst>
        </pc:spChg>
        <pc:spChg chg="mod">
          <ac:chgData name="Rubén Morante González [OGA]" userId="a320a12c-39f8-42b9-80ff-45cd308762e9" providerId="ADAL" clId="{9D220EAB-625C-42E8-93EC-7C86E0AC4647}" dt="2024-01-25T11:10:06.123" v="202"/>
          <ac:spMkLst>
            <pc:docMk/>
            <pc:sldMk cId="3283068285" sldId="371"/>
            <ac:spMk id="12" creationId="{00000000-0000-0000-0000-000000000000}"/>
          </ac:spMkLst>
        </pc:spChg>
      </pc:sldChg>
      <pc:sldChg chg="modSp mod">
        <pc:chgData name="Rubén Morante González [OGA]" userId="a320a12c-39f8-42b9-80ff-45cd308762e9" providerId="ADAL" clId="{9D220EAB-625C-42E8-93EC-7C86E0AC4647}" dt="2024-01-25T13:13:24.268" v="2292" actId="20577"/>
        <pc:sldMkLst>
          <pc:docMk/>
          <pc:sldMk cId="3893999743" sldId="372"/>
        </pc:sldMkLst>
        <pc:spChg chg="mod">
          <ac:chgData name="Rubén Morante González [OGA]" userId="a320a12c-39f8-42b9-80ff-45cd308762e9" providerId="ADAL" clId="{9D220EAB-625C-42E8-93EC-7C86E0AC4647}" dt="2024-01-25T11:11:03.895" v="214"/>
          <ac:spMkLst>
            <pc:docMk/>
            <pc:sldMk cId="3893999743" sldId="372"/>
            <ac:spMk id="7" creationId="{00000000-0000-0000-0000-000000000000}"/>
          </ac:spMkLst>
        </pc:spChg>
        <pc:spChg chg="mod">
          <ac:chgData name="Rubén Morante González [OGA]" userId="a320a12c-39f8-42b9-80ff-45cd308762e9" providerId="ADAL" clId="{9D220EAB-625C-42E8-93EC-7C86E0AC4647}" dt="2024-01-25T13:13:24.268" v="2292" actId="20577"/>
          <ac:spMkLst>
            <pc:docMk/>
            <pc:sldMk cId="3893999743" sldId="372"/>
            <ac:spMk id="15362" creationId="{00000000-0000-0000-0000-000000000000}"/>
          </ac:spMkLst>
        </pc:spChg>
      </pc:sldChg>
      <pc:sldChg chg="modSp new mod">
        <pc:chgData name="Rubén Morante González [OGA]" userId="a320a12c-39f8-42b9-80ff-45cd308762e9" providerId="ADAL" clId="{9D220EAB-625C-42E8-93EC-7C86E0AC4647}" dt="2024-01-25T13:24:47.679" v="3022" actId="404"/>
        <pc:sldMkLst>
          <pc:docMk/>
          <pc:sldMk cId="2568432364" sldId="373"/>
        </pc:sldMkLst>
        <pc:spChg chg="mod">
          <ac:chgData name="Rubén Morante González [OGA]" userId="a320a12c-39f8-42b9-80ff-45cd308762e9" providerId="ADAL" clId="{9D220EAB-625C-42E8-93EC-7C86E0AC4647}" dt="2024-01-25T13:13:47.056" v="2307" actId="20577"/>
          <ac:spMkLst>
            <pc:docMk/>
            <pc:sldMk cId="2568432364" sldId="373"/>
            <ac:spMk id="2" creationId="{20EE3F61-8AF8-1D4C-5287-2F5C4FD2784A}"/>
          </ac:spMkLst>
        </pc:spChg>
        <pc:spChg chg="mod">
          <ac:chgData name="Rubén Morante González [OGA]" userId="a320a12c-39f8-42b9-80ff-45cd308762e9" providerId="ADAL" clId="{9D220EAB-625C-42E8-93EC-7C86E0AC4647}" dt="2024-01-25T13:24:47.679" v="3022" actId="404"/>
          <ac:spMkLst>
            <pc:docMk/>
            <pc:sldMk cId="2568432364" sldId="373"/>
            <ac:spMk id="3" creationId="{A363AF22-8293-4447-3C0A-916B0D5B2EB8}"/>
          </ac:spMkLst>
        </pc:spChg>
      </pc:sldChg>
      <pc:sldChg chg="modSp new mod">
        <pc:chgData name="Rubén Morante González [OGA]" userId="a320a12c-39f8-42b9-80ff-45cd308762e9" providerId="ADAL" clId="{9D220EAB-625C-42E8-93EC-7C86E0AC4647}" dt="2024-01-25T13:23:24.533" v="3010" actId="20577"/>
        <pc:sldMkLst>
          <pc:docMk/>
          <pc:sldMk cId="2829718650" sldId="374"/>
        </pc:sldMkLst>
        <pc:spChg chg="mod">
          <ac:chgData name="Rubén Morante González [OGA]" userId="a320a12c-39f8-42b9-80ff-45cd308762e9" providerId="ADAL" clId="{9D220EAB-625C-42E8-93EC-7C86E0AC4647}" dt="2024-01-25T13:17:20.823" v="2793" actId="20577"/>
          <ac:spMkLst>
            <pc:docMk/>
            <pc:sldMk cId="2829718650" sldId="374"/>
            <ac:spMk id="2" creationId="{64243465-5B7F-EE49-0E72-6FB2EE16DFD6}"/>
          </ac:spMkLst>
        </pc:spChg>
        <pc:spChg chg="mod">
          <ac:chgData name="Rubén Morante González [OGA]" userId="a320a12c-39f8-42b9-80ff-45cd308762e9" providerId="ADAL" clId="{9D220EAB-625C-42E8-93EC-7C86E0AC4647}" dt="2024-01-25T13:23:24.533" v="3010" actId="20577"/>
          <ac:spMkLst>
            <pc:docMk/>
            <pc:sldMk cId="2829718650" sldId="374"/>
            <ac:spMk id="3" creationId="{BE5102B2-6732-627E-6AB6-AF62F5EA47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BE19388-9F9B-4100-BCAA-303D608A736F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37AFD49-BFD2-4EEE-BFDD-25FAE083E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607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74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522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023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871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39FB-4C20-B1CD-2470-525D8FDD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B50C9A-5656-584C-21E8-28D6FB23C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428016-F751-183D-57FD-3280C3C96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D07AE-51DF-FC28-A743-E289FCDA5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1458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276C-1332-B9C7-B660-034A1799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C184A2-0832-F53B-6DF8-DE47807EB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EA6A16-6B87-0EFD-1835-A2F0D5954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057F51-2AAC-BD7C-1092-760BCD735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3459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559E-C6DD-BC17-AAC9-BAE76915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881AF6-6FD8-21DA-7ACB-E7E85A542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DB0235-C3BD-9F70-9995-29D63B55D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147EF1-4944-EF02-365E-BB6522422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1448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AFD49-BFD2-4EEE-BFDD-25FAE083E1C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70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413F8-4178-42C6-8504-B2A887D8C8FD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36652-7EEC-4789-B456-690BCC959EB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C00000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6BFD5-378A-432F-AD72-E4BDDC1AD2F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17D9B-86DA-4BF7-A3D9-F23F2D06574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8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9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10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11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2" name="6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4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A0D35-54E5-4AAE-98DD-20D9A5CBEB3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5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7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8" name="2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333C-69DF-4D2B-9AAB-3552F7EED05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3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4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5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6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1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28759-BB68-4A25-8E70-1E1E84E8C32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7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8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9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C87D3-CD39-4182-B92D-A6CAED6961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7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8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9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CF64F-9322-4E42-8585-0857A002FDE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5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7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8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0941-784C-4075-8119-ED83887174A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3"/>
          <p:cNvSpPr txBox="1">
            <a:spLocks noChangeArrowheads="1"/>
          </p:cNvSpPr>
          <p:nvPr/>
        </p:nvSpPr>
        <p:spPr bwMode="auto">
          <a:xfrm>
            <a:off x="0" y="912813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u="none" spc="1200" dirty="0">
                <a:solidFill>
                  <a:srgbClr val="B3B3B3"/>
                </a:solidFill>
                <a:latin typeface="+mn-lt"/>
                <a:ea typeface="ＭＳ Ｐゴシック" charset="-128"/>
              </a:rPr>
              <a:t>INFORMÁTICA  GRÁFICA</a:t>
            </a:r>
          </a:p>
        </p:txBody>
      </p:sp>
      <p:sp>
        <p:nvSpPr>
          <p:cNvPr id="5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7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8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u="none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AE651-AD05-498B-93FF-45142D7FB10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10"/>
          </p:nvPr>
        </p:nvSpPr>
        <p:spPr>
          <a:xfrm>
            <a:off x="8488363" y="6542088"/>
            <a:ext cx="490537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53AF7-6FF7-4F50-8C76-95335AB1222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2"/>
          <p:cNvSpPr>
            <a:spLocks noChangeArrowheads="1"/>
          </p:cNvSpPr>
          <p:nvPr/>
        </p:nvSpPr>
        <p:spPr bwMode="auto">
          <a:xfrm>
            <a:off x="0" y="6648450"/>
            <a:ext cx="85344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sp>
        <p:nvSpPr>
          <p:cNvPr id="9" name="Text Box 54"/>
          <p:cNvSpPr txBox="1">
            <a:spLocks noChangeArrowheads="1"/>
          </p:cNvSpPr>
          <p:nvPr/>
        </p:nvSpPr>
        <p:spPr bwMode="auto">
          <a:xfrm>
            <a:off x="2571750" y="6553200"/>
            <a:ext cx="4214813" cy="22860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Máster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de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Informática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Gráfica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,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Juegos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y </a:t>
            </a:r>
            <a:r>
              <a:rPr lang="en-US" sz="1400" b="1" u="none" cap="small" dirty="0" err="1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Realidad</a:t>
            </a:r>
            <a:r>
              <a:rPr lang="en-US" sz="1400" b="1" u="none" cap="small" dirty="0">
                <a:solidFill>
                  <a:srgbClr val="A50021"/>
                </a:solidFill>
                <a:latin typeface="+mj-lt"/>
                <a:ea typeface="ＭＳ Ｐゴシック" pitchFamily="-110" charset="-128"/>
              </a:rPr>
              <a:t> Virtual</a:t>
            </a:r>
          </a:p>
        </p:txBody>
      </p:sp>
      <p:sp>
        <p:nvSpPr>
          <p:cNvPr id="11" name="Rectangle 52"/>
          <p:cNvSpPr>
            <a:spLocks noChangeArrowheads="1"/>
          </p:cNvSpPr>
          <p:nvPr/>
        </p:nvSpPr>
        <p:spPr bwMode="auto">
          <a:xfrm>
            <a:off x="8915400" y="6648450"/>
            <a:ext cx="228600" cy="76200"/>
          </a:xfrm>
          <a:prstGeom prst="rect">
            <a:avLst/>
          </a:prstGeom>
          <a:solidFill>
            <a:srgbClr val="A50021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u="none">
              <a:latin typeface="Arial" pitchFamily="-110" charset="0"/>
              <a:ea typeface="ＭＳ Ｐゴシック" pitchFamily="-110" charset="-128"/>
            </a:endParaRPr>
          </a:p>
        </p:txBody>
      </p:sp>
      <p:pic>
        <p:nvPicPr>
          <p:cNvPr id="1030" name="Picture 10" descr="C:\microProcesadores\logo URJC rojo COMPLETO para presentaciones peq izq.jp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1 Marcador de título"/>
          <p:cNvSpPr>
            <a:spLocks noGrp="1"/>
          </p:cNvSpPr>
          <p:nvPr>
            <p:ph type="title"/>
          </p:nvPr>
        </p:nvSpPr>
        <p:spPr bwMode="auto">
          <a:xfrm>
            <a:off x="428625" y="142875"/>
            <a:ext cx="822960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2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88363" y="6542088"/>
            <a:ext cx="490537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 u="none" smtClean="0">
                <a:solidFill>
                  <a:srgbClr val="C00000"/>
                </a:solidFill>
                <a:latin typeface="+mn-lt"/>
              </a:defRPr>
            </a:lvl1pPr>
          </a:lstStyle>
          <a:p>
            <a:pPr>
              <a:defRPr/>
            </a:pPr>
            <a:fld id="{AD03C3E7-0781-43D6-B5AB-A673C82D3D1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7" name="Text Box 53"/>
          <p:cNvSpPr txBox="1">
            <a:spLocks noChangeArrowheads="1"/>
          </p:cNvSpPr>
          <p:nvPr userDrawn="1"/>
        </p:nvSpPr>
        <p:spPr bwMode="auto">
          <a:xfrm>
            <a:off x="-1012" y="908720"/>
            <a:ext cx="9144000" cy="228600"/>
          </a:xfrm>
          <a:prstGeom prst="rect">
            <a:avLst/>
          </a:prstGeom>
          <a:solidFill>
            <a:srgbClr val="E6E6E6"/>
          </a:solidFill>
          <a:ln w="3175">
            <a:solidFill>
              <a:srgbClr val="CCCCCC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hangingPunct="0"/>
            <a:r>
              <a:rPr lang="en-US" sz="1200" b="1" u="none" dirty="0" err="1">
                <a:solidFill>
                  <a:srgbClr val="B3B3B3"/>
                </a:solidFill>
                <a:latin typeface="Calibri" pitchFamily="34" charset="0"/>
                <a:ea typeface="ＭＳ Ｐゴシック"/>
                <a:cs typeface="ＭＳ Ｐゴシック"/>
              </a:rPr>
              <a:t>Informática</a:t>
            </a:r>
            <a:r>
              <a:rPr lang="en-US" sz="1200" b="1" u="none" dirty="0">
                <a:solidFill>
                  <a:srgbClr val="B3B3B3"/>
                </a:solidFill>
                <a:latin typeface="Calibri" pitchFamily="34" charset="0"/>
                <a:ea typeface="ＭＳ Ｐゴシック"/>
                <a:cs typeface="ＭＳ Ｐゴシック"/>
              </a:rPr>
              <a:t> </a:t>
            </a:r>
            <a:r>
              <a:rPr lang="en-US" sz="1200" b="1" u="none" dirty="0" err="1">
                <a:solidFill>
                  <a:srgbClr val="B3B3B3"/>
                </a:solidFill>
                <a:latin typeface="Calibri" pitchFamily="34" charset="0"/>
                <a:ea typeface="ＭＳ Ｐゴシック"/>
                <a:cs typeface="ＭＳ Ｐゴシック"/>
              </a:rPr>
              <a:t>Gráfica</a:t>
            </a:r>
            <a:endParaRPr lang="en-US" sz="1200" b="1" u="none" dirty="0">
              <a:solidFill>
                <a:srgbClr val="B3B3B3"/>
              </a:solidFill>
              <a:latin typeface="Calibri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2" name="11 CuadroTexto"/>
          <p:cNvSpPr txBox="1"/>
          <p:nvPr userDrawn="1"/>
        </p:nvSpPr>
        <p:spPr>
          <a:xfrm>
            <a:off x="2627784" y="6516052"/>
            <a:ext cx="41764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u="none" dirty="0">
                <a:solidFill>
                  <a:schemeClr val="accent2">
                    <a:lumMod val="75000"/>
                  </a:schemeClr>
                </a:solidFill>
              </a:rPr>
              <a:t>Grado en Ingeniería de Informática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1 Título"/>
          <p:cNvSpPr>
            <a:spLocks noGrp="1"/>
          </p:cNvSpPr>
          <p:nvPr>
            <p:ph type="ctrTitle"/>
          </p:nvPr>
        </p:nvSpPr>
        <p:spPr>
          <a:xfrm>
            <a:off x="685800" y="1310903"/>
            <a:ext cx="7772400" cy="1470025"/>
          </a:xfrm>
        </p:spPr>
        <p:txBody>
          <a:bodyPr/>
          <a:lstStyle/>
          <a:p>
            <a:r>
              <a:rPr lang="es-ES" dirty="0"/>
              <a:t>Metodología de la Programación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670622"/>
            <a:ext cx="6400800" cy="61436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s-ES" dirty="0"/>
              <a:t>Caso práctico análisis</a:t>
            </a:r>
          </a:p>
        </p:txBody>
      </p:sp>
      <p:pic>
        <p:nvPicPr>
          <p:cNvPr id="13317" name="Picture 2" descr="C:\trabajo\temp_luis\logo_URJ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864" y="5373216"/>
            <a:ext cx="3948112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9AF413F8-4178-42C6-8504-B2A887D8C8FD}" type="slidenum">
              <a:rPr lang="es-ES" smtClean="0"/>
              <a:pPr algn="ctr">
                <a:defRPr/>
              </a:pPr>
              <a:t>1</a:t>
            </a:fld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633" y="3446388"/>
            <a:ext cx="976734" cy="976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199" y="116632"/>
            <a:ext cx="6203033" cy="669181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s-ES" sz="3200" dirty="0"/>
              <a:t>Granja Inteligente de Pepe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A4536652-7EEC-4789-B456-690BCC959EBF}" type="slidenum">
              <a:rPr lang="es-ES" smtClean="0"/>
              <a:pPr algn="ctr">
                <a:defRPr/>
              </a:pPr>
              <a:t>2</a:t>
            </a:fld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48" y="116632"/>
            <a:ext cx="1566267" cy="59830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F60F4007-6172-6E67-7A32-90FAE875D0DC}"/>
              </a:ext>
            </a:extLst>
          </p:cNvPr>
          <p:cNvSpPr txBox="1">
            <a:spLocks/>
          </p:cNvSpPr>
          <p:nvPr/>
        </p:nvSpPr>
        <p:spPr bwMode="auto">
          <a:xfrm>
            <a:off x="457199" y="1124744"/>
            <a:ext cx="8521701" cy="512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u="none" dirty="0"/>
              <a:t>José Del Campo Aldea es un empresario dedicado a la agricultura y a la ganadería. Quiere que su granja funcione con los mínimos recursos posibles, de forma que aumente su productividad y mejorar el puesto de sus empleados.</a:t>
            </a: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u="none" dirty="0"/>
              <a:t>Para ello quiere automatizar el cultivo de los cereales y de las hortalizas, su mantenimiento, cosecha y transporte.</a:t>
            </a: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u="none" dirty="0"/>
              <a:t>También quiere automatizar de igual modo su ganadería, haciendo que los animales estén cuidados, alimentados, limpios y transportados.</a:t>
            </a: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u="none" dirty="0"/>
              <a:t>Todo esto controlado por un software que monitoriza en tiempo real tanto los cultivos como la ganadería y gestiona los recurso.</a:t>
            </a: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u="none" dirty="0"/>
              <a:t>Los usuarios pueden ver, añadir, editar y borrar los diversos recursos de la aplicación.</a:t>
            </a: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u="none" dirty="0"/>
              <a:t>La información persistirá en una base de datos alojada en servidores en la nube.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199" y="116632"/>
            <a:ext cx="6203033" cy="669181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s-ES" sz="3200" dirty="0"/>
              <a:t>Usuarios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A4536652-7EEC-4789-B456-690BCC959EBF}" type="slidenum">
              <a:rPr lang="es-ES" smtClean="0"/>
              <a:pPr algn="ctr">
                <a:defRPr/>
              </a:pPr>
              <a:t>3</a:t>
            </a:fld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48" y="116632"/>
            <a:ext cx="1566267" cy="59830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F60F4007-6172-6E67-7A32-90FAE875D0DC}"/>
              </a:ext>
            </a:extLst>
          </p:cNvPr>
          <p:cNvSpPr txBox="1">
            <a:spLocks/>
          </p:cNvSpPr>
          <p:nvPr/>
        </p:nvSpPr>
        <p:spPr bwMode="auto">
          <a:xfrm>
            <a:off x="457199" y="1556792"/>
            <a:ext cx="8521701" cy="512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s-ES" sz="2400" b="1" u="none" dirty="0"/>
              <a:t>Administrador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s-ES" sz="2400" b="1" u="none" dirty="0"/>
              <a:t>Vendedor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s-ES" sz="2400" b="1" u="none" dirty="0"/>
              <a:t>Agricultor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s-ES" sz="2400" b="1" u="none" dirty="0"/>
              <a:t>Ganadero</a:t>
            </a:r>
            <a:endParaRPr lang="es-ES" sz="1800" u="none" dirty="0"/>
          </a:p>
        </p:txBody>
      </p:sp>
    </p:spTree>
    <p:extLst>
      <p:ext uri="{BB962C8B-B14F-4D97-AF65-F5344CB8AC3E}">
        <p14:creationId xmlns:p14="http://schemas.microsoft.com/office/powerpoint/2010/main" val="328306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/>
          <p:cNvSpPr>
            <a:spLocks noGrp="1"/>
          </p:cNvSpPr>
          <p:nvPr>
            <p:ph idx="1"/>
          </p:nvPr>
        </p:nvSpPr>
        <p:spPr>
          <a:xfrm>
            <a:off x="457199" y="1340768"/>
            <a:ext cx="8521701" cy="4884667"/>
          </a:xfrm>
        </p:spPr>
        <p:txBody>
          <a:bodyPr/>
          <a:lstStyle/>
          <a:p>
            <a:r>
              <a:rPr lang="es-ES" sz="2400" b="1" dirty="0"/>
              <a:t>CRUD (</a:t>
            </a:r>
            <a:r>
              <a:rPr lang="es-ES" sz="2400" b="1" dirty="0" err="1"/>
              <a:t>Create</a:t>
            </a:r>
            <a:r>
              <a:rPr lang="es-ES" sz="2400" b="1" dirty="0"/>
              <a:t>, </a:t>
            </a:r>
            <a:r>
              <a:rPr lang="es-ES" sz="2400" b="1" dirty="0" err="1"/>
              <a:t>Read</a:t>
            </a:r>
            <a:r>
              <a:rPr lang="es-ES" sz="2400" b="1" dirty="0"/>
              <a:t>, </a:t>
            </a:r>
            <a:r>
              <a:rPr lang="es-ES" sz="2400" b="1" dirty="0" err="1"/>
              <a:t>Update</a:t>
            </a:r>
            <a:r>
              <a:rPr lang="es-ES" sz="2400" b="1" dirty="0"/>
              <a:t>, </a:t>
            </a:r>
            <a:r>
              <a:rPr lang="es-ES" sz="2400" b="1" dirty="0" err="1"/>
              <a:t>Delete</a:t>
            </a:r>
            <a:r>
              <a:rPr lang="es-ES" sz="2400" b="1" dirty="0"/>
              <a:t>) usuarios</a:t>
            </a:r>
          </a:p>
          <a:p>
            <a:pPr lvl="1"/>
            <a:r>
              <a:rPr lang="es-ES" sz="2000" b="1" dirty="0"/>
              <a:t>Ver usuarios</a:t>
            </a:r>
            <a:endParaRPr lang="es-ES" sz="1600" b="1" dirty="0"/>
          </a:p>
          <a:p>
            <a:pPr lvl="1"/>
            <a:r>
              <a:rPr lang="es-ES" sz="2000" b="1" dirty="0"/>
              <a:t>Añadir usuario</a:t>
            </a:r>
          </a:p>
          <a:p>
            <a:pPr lvl="1"/>
            <a:r>
              <a:rPr lang="es-ES" sz="2000" b="1" dirty="0"/>
              <a:t>Editar usuario</a:t>
            </a:r>
          </a:p>
          <a:p>
            <a:pPr lvl="1"/>
            <a:r>
              <a:rPr lang="es-ES" sz="2000" b="1" dirty="0"/>
              <a:t>Borrar usuario</a:t>
            </a:r>
          </a:p>
        </p:txBody>
      </p:sp>
      <p:sp>
        <p:nvSpPr>
          <p:cNvPr id="5" name="1 Título"/>
          <p:cNvSpPr txBox="1">
            <a:spLocks/>
          </p:cNvSpPr>
          <p:nvPr/>
        </p:nvSpPr>
        <p:spPr bwMode="auto">
          <a:xfrm>
            <a:off x="457199" y="116632"/>
            <a:ext cx="6203033" cy="66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s-ES" sz="3200" u="none" dirty="0"/>
              <a:t>Usuario Administrador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A4536652-7EEC-4789-B456-690BCC959EBF}" type="slidenum">
              <a:rPr lang="es-ES" smtClean="0"/>
              <a:pPr algn="ctr">
                <a:defRPr/>
              </a:pPr>
              <a:t>4</a:t>
            </a:fld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48" y="116632"/>
            <a:ext cx="1566267" cy="598306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6887-5A39-148F-AE8B-9981A9A8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>
            <a:extLst>
              <a:ext uri="{FF2B5EF4-FFF2-40B4-BE49-F238E27FC236}">
                <a16:creationId xmlns:a16="http://schemas.microsoft.com/office/drawing/2014/main" id="{C054E18C-A6DD-196B-059D-A857B055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40768"/>
            <a:ext cx="8521701" cy="4884667"/>
          </a:xfrm>
        </p:spPr>
        <p:txBody>
          <a:bodyPr/>
          <a:lstStyle/>
          <a:p>
            <a:r>
              <a:rPr lang="es-ES" sz="1800" b="1" dirty="0"/>
              <a:t>Ver ganado</a:t>
            </a:r>
          </a:p>
          <a:p>
            <a:pPr lvl="1"/>
            <a:r>
              <a:rPr lang="es-ES" sz="1600" b="1" dirty="0"/>
              <a:t>Todos los tipos de animales que tiene la granja y el número de animales por tipo.</a:t>
            </a:r>
          </a:p>
          <a:p>
            <a:r>
              <a:rPr lang="es-ES" sz="1800" b="1" dirty="0"/>
              <a:t>Ver granero</a:t>
            </a:r>
          </a:p>
          <a:p>
            <a:pPr lvl="1"/>
            <a:r>
              <a:rPr lang="es-ES" sz="1600" b="1" dirty="0"/>
              <a:t>Todos los tipos de grano y la cantidad de cada uno.</a:t>
            </a:r>
          </a:p>
          <a:p>
            <a:pPr lvl="1"/>
            <a:r>
              <a:rPr lang="es-ES" sz="1600" b="1" dirty="0"/>
              <a:t>Todos los productos generados por los animales (leche, huevos, etc.)</a:t>
            </a:r>
          </a:p>
          <a:p>
            <a:r>
              <a:rPr lang="es-ES" sz="1800" b="1" dirty="0"/>
              <a:t>Ver cosecha</a:t>
            </a:r>
          </a:p>
          <a:p>
            <a:pPr lvl="1"/>
            <a:r>
              <a:rPr lang="es-ES" sz="1600" b="1" dirty="0"/>
              <a:t>Todo lo que está cultivado, que corresponde a futuras cosechas.</a:t>
            </a:r>
          </a:p>
          <a:p>
            <a:r>
              <a:rPr lang="es-ES" sz="1800" b="1" dirty="0"/>
              <a:t>Vender materia prima</a:t>
            </a:r>
          </a:p>
          <a:p>
            <a:pPr lvl="1"/>
            <a:r>
              <a:rPr lang="es-ES" sz="1600" b="1" dirty="0"/>
              <a:t>Ganado</a:t>
            </a:r>
          </a:p>
          <a:p>
            <a:pPr lvl="1"/>
            <a:r>
              <a:rPr lang="es-ES" sz="1600" b="1" dirty="0"/>
              <a:t>Producto animal</a:t>
            </a:r>
          </a:p>
          <a:p>
            <a:pPr lvl="1"/>
            <a:r>
              <a:rPr lang="es-ES" sz="1600" b="1" dirty="0"/>
              <a:t>Grano</a:t>
            </a:r>
          </a:p>
          <a:p>
            <a:r>
              <a:rPr lang="es-ES" sz="1800" b="1" dirty="0"/>
              <a:t>Reservar materia prima</a:t>
            </a:r>
          </a:p>
          <a:p>
            <a:pPr lvl="1"/>
            <a:r>
              <a:rPr lang="es-ES" sz="1600" b="1" dirty="0"/>
              <a:t>Ganado</a:t>
            </a:r>
          </a:p>
          <a:p>
            <a:pPr lvl="1"/>
            <a:r>
              <a:rPr lang="es-ES" sz="1600" b="1" dirty="0"/>
              <a:t>Producto animal</a:t>
            </a:r>
          </a:p>
          <a:p>
            <a:pPr lvl="1"/>
            <a:r>
              <a:rPr lang="es-ES" sz="1600" b="1" dirty="0"/>
              <a:t>Grano</a:t>
            </a:r>
            <a:endParaRPr lang="es-ES" sz="1800" b="1" dirty="0"/>
          </a:p>
          <a:p>
            <a:pPr lvl="1"/>
            <a:endParaRPr lang="es-ES" sz="2000" b="1" dirty="0"/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1B9C2E89-CDB8-6483-E148-5A8A48F9C4BC}"/>
              </a:ext>
            </a:extLst>
          </p:cNvPr>
          <p:cNvSpPr txBox="1">
            <a:spLocks/>
          </p:cNvSpPr>
          <p:nvPr/>
        </p:nvSpPr>
        <p:spPr bwMode="auto">
          <a:xfrm>
            <a:off x="457199" y="116632"/>
            <a:ext cx="6203033" cy="66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s-ES" sz="3200" u="none" dirty="0"/>
              <a:t>Usuario Vendedor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5BFA33E-6A5A-259C-4F34-382A59A85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A4536652-7EEC-4789-B456-690BCC959EBF}" type="slidenum">
              <a:rPr lang="es-ES" smtClean="0"/>
              <a:pPr algn="ctr">
                <a:defRPr/>
              </a:pPr>
              <a:t>5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1FE232-1D47-0FB3-68DB-97138E6A1E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48" y="116632"/>
            <a:ext cx="1566267" cy="5983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BB98BC8-4E81-928B-3EBE-CF0148F9C5D1}"/>
              </a:ext>
            </a:extLst>
          </p:cNvPr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</p:spTree>
    <p:extLst>
      <p:ext uri="{BB962C8B-B14F-4D97-AF65-F5344CB8AC3E}">
        <p14:creationId xmlns:p14="http://schemas.microsoft.com/office/powerpoint/2010/main" val="373482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B145-3AEE-2E80-DBAF-969DFC56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>
            <a:extLst>
              <a:ext uri="{FF2B5EF4-FFF2-40B4-BE49-F238E27FC236}">
                <a16:creationId xmlns:a16="http://schemas.microsoft.com/office/drawing/2014/main" id="{1E73C002-C02E-0878-6026-7D3A3FC49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40768"/>
            <a:ext cx="8521701" cy="4884667"/>
          </a:xfrm>
        </p:spPr>
        <p:txBody>
          <a:bodyPr/>
          <a:lstStyle/>
          <a:p>
            <a:r>
              <a:rPr lang="es-ES" sz="2400" b="1" dirty="0"/>
              <a:t>CRUD materia prima</a:t>
            </a:r>
          </a:p>
          <a:p>
            <a:pPr lvl="1"/>
            <a:r>
              <a:rPr lang="es-ES" sz="2000" b="1" dirty="0"/>
              <a:t>Trigo, 20 toneladas.</a:t>
            </a:r>
          </a:p>
          <a:p>
            <a:r>
              <a:rPr lang="es-ES" sz="2400" b="1" dirty="0"/>
              <a:t>CRUD tipo de cultivo</a:t>
            </a:r>
          </a:p>
          <a:p>
            <a:pPr lvl="1"/>
            <a:r>
              <a:rPr lang="es-ES" sz="2000" b="1" dirty="0"/>
              <a:t>Trigo, cebada, maíz, etc.</a:t>
            </a:r>
          </a:p>
          <a:p>
            <a:r>
              <a:rPr lang="es-ES" sz="2400" b="1" dirty="0"/>
              <a:t>CRUD cosecha</a:t>
            </a:r>
          </a:p>
          <a:p>
            <a:pPr lvl="1"/>
            <a:r>
              <a:rPr lang="es-ES" sz="2000" b="1" dirty="0"/>
              <a:t>Todo lo que está cultivado, que corresponde a futuras cosechas.</a:t>
            </a:r>
          </a:p>
          <a:p>
            <a:r>
              <a:rPr lang="es-ES" sz="2400" b="1" dirty="0"/>
              <a:t>Cosechar</a:t>
            </a:r>
            <a:endParaRPr lang="es-ES" sz="2000" b="1" dirty="0"/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92AEC1DA-B911-0D22-CCAC-E838F1D908F9}"/>
              </a:ext>
            </a:extLst>
          </p:cNvPr>
          <p:cNvSpPr txBox="1">
            <a:spLocks/>
          </p:cNvSpPr>
          <p:nvPr/>
        </p:nvSpPr>
        <p:spPr bwMode="auto">
          <a:xfrm>
            <a:off x="457199" y="116632"/>
            <a:ext cx="6203033" cy="66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s-ES" sz="3200" u="none" dirty="0"/>
              <a:t>Usuario Agricultor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58E1DA2-499B-555D-BD85-86A5C78B8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A4536652-7EEC-4789-B456-690BCC959EBF}" type="slidenum">
              <a:rPr lang="es-ES" smtClean="0"/>
              <a:pPr algn="ctr">
                <a:defRPr/>
              </a:pPr>
              <a:t>6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C5154A-BEA4-7FDE-FB95-874D6A3203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48" y="116632"/>
            <a:ext cx="1566267" cy="5983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ABB2B9E-7597-CE73-9A2C-01ED735C333C}"/>
              </a:ext>
            </a:extLst>
          </p:cNvPr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</p:spTree>
    <p:extLst>
      <p:ext uri="{BB962C8B-B14F-4D97-AF65-F5344CB8AC3E}">
        <p14:creationId xmlns:p14="http://schemas.microsoft.com/office/powerpoint/2010/main" val="421007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67CB-1B5A-760E-DDD8-E7D1B515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>
            <a:extLst>
              <a:ext uri="{FF2B5EF4-FFF2-40B4-BE49-F238E27FC236}">
                <a16:creationId xmlns:a16="http://schemas.microsoft.com/office/drawing/2014/main" id="{322799E3-A0E6-67C4-2FF1-2F6DD777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40768"/>
            <a:ext cx="8521701" cy="4884667"/>
          </a:xfrm>
        </p:spPr>
        <p:txBody>
          <a:bodyPr/>
          <a:lstStyle/>
          <a:p>
            <a:r>
              <a:rPr lang="es-ES" sz="2400" b="1" dirty="0"/>
              <a:t>CRUD ganado</a:t>
            </a:r>
          </a:p>
          <a:p>
            <a:pPr lvl="1"/>
            <a:r>
              <a:rPr lang="es-ES" sz="2000" b="1" dirty="0"/>
              <a:t>Trigo, 20 toneladas.</a:t>
            </a:r>
          </a:p>
          <a:p>
            <a:r>
              <a:rPr lang="es-ES" sz="2400" b="1" dirty="0"/>
              <a:t>CRUD tipo de ganado</a:t>
            </a:r>
          </a:p>
          <a:p>
            <a:pPr lvl="1"/>
            <a:r>
              <a:rPr lang="es-ES" sz="2000" b="1" dirty="0"/>
              <a:t>Bobino, ovino, porcino, etc.</a:t>
            </a:r>
          </a:p>
          <a:p>
            <a:r>
              <a:rPr lang="es-ES" sz="2400" b="1" dirty="0"/>
              <a:t>CRUD tipo de producto</a:t>
            </a:r>
          </a:p>
          <a:p>
            <a:pPr lvl="1"/>
            <a:r>
              <a:rPr lang="es-ES" sz="2000" b="1" dirty="0"/>
              <a:t>Leche, huevos, lana, etc.</a:t>
            </a:r>
          </a:p>
          <a:p>
            <a:r>
              <a:rPr lang="es-ES" sz="2400" b="1" dirty="0"/>
              <a:t>Alimentar</a:t>
            </a:r>
          </a:p>
          <a:p>
            <a:r>
              <a:rPr lang="es-ES" sz="2400" b="1" dirty="0"/>
              <a:t>Recolectar</a:t>
            </a:r>
          </a:p>
          <a:p>
            <a:r>
              <a:rPr lang="es-ES" sz="2400" b="1" dirty="0"/>
              <a:t>Limpiar</a:t>
            </a:r>
            <a:endParaRPr lang="es-ES" sz="2000" b="1" dirty="0"/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9ADC2A98-3118-F0FA-BF90-897FA242069A}"/>
              </a:ext>
            </a:extLst>
          </p:cNvPr>
          <p:cNvSpPr txBox="1">
            <a:spLocks/>
          </p:cNvSpPr>
          <p:nvPr/>
        </p:nvSpPr>
        <p:spPr bwMode="auto">
          <a:xfrm>
            <a:off x="457199" y="116632"/>
            <a:ext cx="6203033" cy="66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s-ES" sz="3200" u="none" dirty="0"/>
              <a:t>Usuario Ganadero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9420DE-3CC5-A815-C10F-EFF13B10B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A4536652-7EEC-4789-B456-690BCC959EBF}" type="slidenum">
              <a:rPr lang="es-ES" smtClean="0"/>
              <a:pPr algn="ctr">
                <a:defRPr/>
              </a:pPr>
              <a:t>7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FCD8CF-AF41-240B-9C95-A24006BE6F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48" y="116632"/>
            <a:ext cx="1566267" cy="5983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5F7E630-C79C-1FFF-3236-22A781E98BC9}"/>
              </a:ext>
            </a:extLst>
          </p:cNvPr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</p:spTree>
    <p:extLst>
      <p:ext uri="{BB962C8B-B14F-4D97-AF65-F5344CB8AC3E}">
        <p14:creationId xmlns:p14="http://schemas.microsoft.com/office/powerpoint/2010/main" val="347749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3A262-E8EF-9859-9844-ACE24D69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221C90-3529-3FE3-E1A5-1DB24A535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Nombre</a:t>
            </a:r>
          </a:p>
          <a:p>
            <a:r>
              <a:rPr lang="es-ES" dirty="0"/>
              <a:t>Apellidos</a:t>
            </a:r>
          </a:p>
          <a:p>
            <a:r>
              <a:rPr lang="es-ES" dirty="0"/>
              <a:t>Nick</a:t>
            </a:r>
          </a:p>
          <a:p>
            <a:r>
              <a:rPr lang="es-ES" dirty="0"/>
              <a:t>Contraseña</a:t>
            </a:r>
          </a:p>
          <a:p>
            <a:r>
              <a:rPr lang="es-ES" dirty="0"/>
              <a:t>Tipo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97D9FE-0AE1-52F8-F218-B616DE8E1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536652-7EEC-4789-B456-690BCC959EBF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807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92B21-FB6B-69A6-7257-95E69BAD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Cultivo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C395F-852F-8933-A6F0-47E4E141A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Nombre</a:t>
            </a:r>
          </a:p>
          <a:p>
            <a:r>
              <a:rPr lang="es-ES" dirty="0"/>
              <a:t>Tiempo de pulverizar</a:t>
            </a:r>
          </a:p>
          <a:p>
            <a:r>
              <a:rPr lang="es-ES" dirty="0"/>
              <a:t>Tiempo de madurez</a:t>
            </a:r>
          </a:p>
          <a:p>
            <a:r>
              <a:rPr lang="es-ES" dirty="0"/>
              <a:t>Horas de riego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3388CF-8314-236B-EC3E-F2514219A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536652-7EEC-4789-B456-690BCC959EBF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0712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37958-6C88-6632-BC91-0BE9C789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Animal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F5ACA3-A740-BA31-0876-FD3430EB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Nombre</a:t>
            </a:r>
          </a:p>
          <a:p>
            <a:r>
              <a:rPr lang="es-ES" dirty="0"/>
              <a:t>Producto</a:t>
            </a:r>
          </a:p>
          <a:p>
            <a:r>
              <a:rPr lang="es-ES" dirty="0"/>
              <a:t>Alimento</a:t>
            </a:r>
          </a:p>
          <a:p>
            <a:r>
              <a:rPr lang="es-ES" dirty="0"/>
              <a:t>Hora de limpieza</a:t>
            </a:r>
          </a:p>
          <a:p>
            <a:r>
              <a:rPr lang="es-ES" dirty="0"/>
              <a:t>Hora de alimento</a:t>
            </a:r>
          </a:p>
          <a:p>
            <a:r>
              <a:rPr lang="es-ES" dirty="0"/>
              <a:t>Vida útil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4EA24E-44D1-95B4-FF22-C681AC4AE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536652-7EEC-4789-B456-690BCC959EBF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7876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1 Título"/>
          <p:cNvSpPr>
            <a:spLocks noGrp="1"/>
          </p:cNvSpPr>
          <p:nvPr>
            <p:ph type="ctrTitle"/>
          </p:nvPr>
        </p:nvSpPr>
        <p:spPr>
          <a:xfrm>
            <a:off x="685800" y="1310903"/>
            <a:ext cx="7772400" cy="1470025"/>
          </a:xfrm>
        </p:spPr>
        <p:txBody>
          <a:bodyPr/>
          <a:lstStyle/>
          <a:p>
            <a:r>
              <a:rPr lang="es-ES" dirty="0"/>
              <a:t>Metodología de la Programación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670622"/>
            <a:ext cx="6400800" cy="61436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s-ES" dirty="0"/>
              <a:t>Caso práctico análisis</a:t>
            </a:r>
          </a:p>
        </p:txBody>
      </p:sp>
      <p:pic>
        <p:nvPicPr>
          <p:cNvPr id="13317" name="Picture 2" descr="C:\trabajo\temp_luis\logo_URJ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864" y="5373216"/>
            <a:ext cx="3948112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>
              <a:defRPr/>
            </a:pPr>
            <a:fld id="{9AF413F8-4178-42C6-8504-B2A887D8C8FD}" type="slidenum">
              <a:rPr lang="es-ES" smtClean="0"/>
              <a:pPr algn="ctr">
                <a:defRPr/>
              </a:pPr>
              <a:t>11</a:t>
            </a:fld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2483767" y="6531992"/>
            <a:ext cx="4320481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200" b="1" u="none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s-ES" sz="1400" b="0" i="1" dirty="0">
                <a:cs typeface="Arial" panose="020B0604020202020204" pitchFamily="34" charset="0"/>
              </a:rPr>
              <a:t>Metodología de la Programación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633" y="3446388"/>
            <a:ext cx="976734" cy="9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411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4494</TotalTime>
  <Words>412</Words>
  <Application>Microsoft Office PowerPoint</Application>
  <PresentationFormat>Presentación en pantalla (4:3)</PresentationFormat>
  <Paragraphs>101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Tema de Office</vt:lpstr>
      <vt:lpstr>Metodología de la Programación</vt:lpstr>
      <vt:lpstr>Granja Inteligente de Pepe</vt:lpstr>
      <vt:lpstr>Usuarios</vt:lpstr>
      <vt:lpstr>Presentación de PowerPoint</vt:lpstr>
      <vt:lpstr>Presentación de PowerPoint</vt:lpstr>
      <vt:lpstr>Presentación de PowerPoint</vt:lpstr>
      <vt:lpstr>Presentación de PowerPoint</vt:lpstr>
      <vt:lpstr>Usuario</vt:lpstr>
      <vt:lpstr>Cultivo</vt:lpstr>
      <vt:lpstr>Animal</vt:lpstr>
      <vt:lpstr>Metodología de la Programación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Informática</dc:title>
  <dc:subject>Presentación</dc:subject>
  <dc:creator>Antonio Gonzalez Pardo;isaac.lozano@urjc.es</dc:creator>
  <cp:lastModifiedBy>Rubén Morante González [OGA]</cp:lastModifiedBy>
  <cp:revision>186</cp:revision>
  <cp:lastPrinted>2015-09-10T10:03:04Z</cp:lastPrinted>
  <dcterms:created xsi:type="dcterms:W3CDTF">2009-09-22T21:26:58Z</dcterms:created>
  <dcterms:modified xsi:type="dcterms:W3CDTF">2024-02-08T17:51:07Z</dcterms:modified>
</cp:coreProperties>
</file>